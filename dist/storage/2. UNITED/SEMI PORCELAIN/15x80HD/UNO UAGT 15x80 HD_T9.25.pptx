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821" r:id="rId2"/>
    <p:sldId id="830" r:id="rId3"/>
    <p:sldId id="831" r:id="rId4"/>
    <p:sldId id="832" r:id="rId5"/>
    <p:sldId id="83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0BC4A-D0D7-4E01-9017-8DD014F2E681}">
          <p14:sldIdLst>
            <p14:sldId id="821"/>
            <p14:sldId id="830"/>
            <p14:sldId id="831"/>
            <p14:sldId id="832"/>
            <p14:sldId id="833"/>
          </p14:sldIdLst>
        </p14:section>
        <p14:section name="Untitled Section" id="{5EE891A9-CA87-40F1-8087-78C3AFDDD3C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 Lực" initials="ML" lastIdx="5" clrIdx="0">
    <p:extLst>
      <p:ext uri="{19B8F6BF-5375-455C-9EA6-DF929625EA0E}">
        <p15:presenceInfo xmlns:p15="http://schemas.microsoft.com/office/powerpoint/2012/main" userId="Mr Lự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1F26"/>
    <a:srgbClr val="AE2328"/>
    <a:srgbClr val="E3B57D"/>
    <a:srgbClr val="A6A6A6"/>
    <a:srgbClr val="E1E2DD"/>
    <a:srgbClr val="E18E26"/>
    <a:srgbClr val="C3B9A3"/>
    <a:srgbClr val="60554B"/>
    <a:srgbClr val="202023"/>
    <a:srgbClr val="282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183" autoAdjust="0"/>
  </p:normalViewPr>
  <p:slideViewPr>
    <p:cSldViewPr snapToGrid="0">
      <p:cViewPr varScale="1">
        <p:scale>
          <a:sx n="153" d="100"/>
          <a:sy n="153" d="100"/>
        </p:scale>
        <p:origin x="1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F077E-F266-49E6-B530-82601C6CD88E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AF405-94FF-477A-82DD-42CA110574B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3D92D-334D-441C-B8DB-708E45F7B53A}" type="datetimeFigureOut">
              <a:rPr lang="en-US" smtClean="0"/>
              <a:t>9/20/2025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2E4BB-893B-4E2A-B4C6-E9136E3AC65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.svg"/><Relationship Id="rId7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svg"/><Relationship Id="rId7" Type="http://schemas.openxmlformats.org/officeDocument/2006/relationships/image" Target="../media/image1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3.svg"/><Relationship Id="rId7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FA6BCB36-70C6-4A83-EC9F-60BADB8CA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7554" y="2016176"/>
            <a:ext cx="5103606" cy="16494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6207D5-9312-9369-58C9-110AFEA68199}"/>
              </a:ext>
            </a:extLst>
          </p:cNvPr>
          <p:cNvSpPr/>
          <p:nvPr/>
        </p:nvSpPr>
        <p:spPr>
          <a:xfrm>
            <a:off x="3728036" y="4006111"/>
            <a:ext cx="622708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HẢI DƯƠNG 2025</a:t>
            </a:r>
          </a:p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cs typeface="Leelawadee UI Semilight" panose="020B0402040204020203" pitchFamily="34" charset="-34"/>
              </a:rPr>
              <a:t> </a:t>
            </a:r>
            <a:b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KhoHo"/>
                <a:cs typeface="Leelawadee UI Semilight" panose="020B0402040204020203" pitchFamily="34" charset="-34"/>
              </a:rPr>
            </a:br>
            <a:endParaRPr lang="en-US" sz="1900" b="1" dirty="0">
              <a:solidFill>
                <a:schemeClr val="accent6">
                  <a:lumMod val="75000"/>
                </a:schemeClr>
              </a:solidFill>
              <a:latin typeface="+mj-lt"/>
              <a:cs typeface="Leelawadee UI Semilight" panose="020B04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54CB9F-F1BB-FBC9-55D9-9D449F2A08CA}"/>
              </a:ext>
            </a:extLst>
          </p:cNvPr>
          <p:cNvSpPr txBox="1"/>
          <p:nvPr/>
        </p:nvSpPr>
        <p:spPr>
          <a:xfrm>
            <a:off x="4011930" y="4413297"/>
            <a:ext cx="609530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>
                <a:solidFill>
                  <a:schemeClr val="accent6">
                    <a:lumMod val="75000"/>
                  </a:schemeClr>
                </a:solidFill>
                <a:latin typeface="+mj-lt"/>
                <a:cs typeface="Leelawadee UI Semilight" panose="020B0402040204020203" pitchFamily="34" charset="-34"/>
              </a:rPr>
              <a:t>BỘ SẢN PHẨM CALIFONIA 150mm x 800mm SEMI PORCELAIN </a:t>
            </a:r>
            <a:endParaRPr lang="en-US" sz="16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454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4067" y="3010680"/>
            <a:ext cx="565435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34155" y="3010680"/>
            <a:ext cx="565435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72834" y="3010680"/>
            <a:ext cx="565435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53495" y="3010680"/>
            <a:ext cx="565435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93502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UA GT15801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13449" y="3010680"/>
            <a:ext cx="5654351" cy="1062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903537" y="3011279"/>
            <a:ext cx="5647978" cy="10616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9C1F89-0355-B84B-F73C-1CA3876D0442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E0D8DF-A9C5-7669-413E-2852601A10DD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126797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14067" y="3016680"/>
            <a:ext cx="5654351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34155" y="3016680"/>
            <a:ext cx="5654351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172834" y="3016680"/>
            <a:ext cx="5654351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53495" y="3016680"/>
            <a:ext cx="5654351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49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UA GT15802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13449" y="3016680"/>
            <a:ext cx="5654351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903537" y="3017272"/>
            <a:ext cx="5647978" cy="10496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DFB0F0-0F80-80F2-4AC8-F35728A82676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E949A9-74D8-CC40-03C8-C3DD778342AF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327843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7854" y="3016680"/>
            <a:ext cx="5590508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566076" y="3016680"/>
            <a:ext cx="5590508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204755" y="3016680"/>
            <a:ext cx="5590508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385416" y="3016680"/>
            <a:ext cx="5590508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09187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UA GT15803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745370" y="3016680"/>
            <a:ext cx="5590508" cy="1050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935421" y="3017272"/>
            <a:ext cx="5584209" cy="10496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4CFCF4-C00D-864B-58F4-E636DB24ADA2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A50940-71D9-E455-C3C4-2D689ABDD66E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184640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FD30FAB8-310C-1F8E-C892-6C374FD89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18" y="280650"/>
            <a:ext cx="1055141" cy="341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669FC-52DD-B369-453F-6378614E6A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7854" y="3016828"/>
            <a:ext cx="5590508" cy="10505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12BC0B-7D3F-9FAF-C7BF-F913490E9D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3566076" y="3016828"/>
            <a:ext cx="5590508" cy="10505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58970F-9F89-9D28-1FE1-22228D6395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204755" y="3016828"/>
            <a:ext cx="5590508" cy="10505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1F813D-A5DB-6DFA-15E5-57C9831395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385416" y="3016828"/>
            <a:ext cx="5590508" cy="10505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345FE4F-7C03-9594-C4E0-399E8C6C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5714"/>
              </p:ext>
            </p:extLst>
          </p:nvPr>
        </p:nvGraphicFramePr>
        <p:xfrm>
          <a:off x="10136091" y="4990767"/>
          <a:ext cx="1661278" cy="1384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639">
                  <a:extLst>
                    <a:ext uri="{9D8B030D-6E8A-4147-A177-3AD203B41FA5}">
                      <a16:colId xmlns:a16="http://schemas.microsoft.com/office/drawing/2014/main" val="3814218658"/>
                    </a:ext>
                  </a:extLst>
                </a:gridCol>
                <a:gridCol w="830639">
                  <a:extLst>
                    <a:ext uri="{9D8B030D-6E8A-4147-A177-3AD203B41FA5}">
                      <a16:colId xmlns:a16="http://schemas.microsoft.com/office/drawing/2014/main" val="3824200044"/>
                    </a:ext>
                  </a:extLst>
                </a:gridCol>
              </a:tblGrid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Mã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Sản</a:t>
                      </a: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Phẩm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UA GT15804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00653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Kích</a:t>
                      </a: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Thước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150mm x 800mm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48674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Xương</a:t>
                      </a:r>
                      <a:endParaRPr lang="en-US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Semi </a:t>
                      </a:r>
                      <a:r>
                        <a:rPr lang="en-US" sz="8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Porcelance</a:t>
                      </a:r>
                      <a:endParaRPr 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766560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Men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Matt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40355"/>
                  </a:ext>
                </a:extLst>
              </a:tr>
              <a:tr h="27698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Face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800" dirty="0"/>
                        <a:t>06</a:t>
                      </a:r>
                    </a:p>
                  </a:txBody>
                  <a:tcPr marL="39890" marR="39890" marT="19945" marB="19945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49822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1F3F4C3-E8CF-A7E2-B5A9-607CF51A65C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4745370" y="3016828"/>
            <a:ext cx="5590508" cy="10505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25E-78C5-C345-31DE-678A1B01E3E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5936209" y="3017272"/>
            <a:ext cx="5582633" cy="10496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7C5776-A02D-F12E-7FC1-93677089FB9D}"/>
              </a:ext>
            </a:extLst>
          </p:cNvPr>
          <p:cNvCxnSpPr>
            <a:cxnSpLocks/>
          </p:cNvCxnSpPr>
          <p:nvPr/>
        </p:nvCxnSpPr>
        <p:spPr>
          <a:xfrm>
            <a:off x="2255626" y="621665"/>
            <a:ext cx="8209567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36D4B2-75C1-E9C3-80D7-2C7684D56BB9}"/>
              </a:ext>
            </a:extLst>
          </p:cNvPr>
          <p:cNvSpPr txBox="1"/>
          <p:nvPr/>
        </p:nvSpPr>
        <p:spPr>
          <a:xfrm>
            <a:off x="260572" y="431561"/>
            <a:ext cx="21210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150mm x 800mm SEMI PORCELAIN</a:t>
            </a:r>
          </a:p>
        </p:txBody>
      </p:sp>
    </p:spTree>
    <p:extLst>
      <p:ext uri="{BB962C8B-B14F-4D97-AF65-F5344CB8AC3E}">
        <p14:creationId xmlns:p14="http://schemas.microsoft.com/office/powerpoint/2010/main" val="240182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/>
          <a:srcRect/>
          <a:stretch>
            <a:fillRect/>
          </a:stretch>
        </a:blip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102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KhoHo</vt:lpstr>
      <vt:lpstr>Leelawadee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Mr Lực</cp:lastModifiedBy>
  <cp:revision>454</cp:revision>
  <dcterms:created xsi:type="dcterms:W3CDTF">2022-10-04T17:04:00Z</dcterms:created>
  <dcterms:modified xsi:type="dcterms:W3CDTF">2025-09-20T06:20:17Z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1E9186AA02364696AA64EC6CADF3672C</vt:lpwstr>
  </property>
  <property fmtid="{D5CDD505-2E9C-101B-9397-08002B2CF9AE}" pid="3" name="KSOProductBuildVer">
    <vt:lpwstr>1033-11.2.0.11130</vt:lpwstr>
  </property>
</Properties>
</file>