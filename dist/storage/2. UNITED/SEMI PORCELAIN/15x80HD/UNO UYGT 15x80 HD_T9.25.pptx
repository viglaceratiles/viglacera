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823" r:id="rId2"/>
    <p:sldId id="834" r:id="rId3"/>
    <p:sldId id="835" r:id="rId4"/>
    <p:sldId id="836" r:id="rId5"/>
    <p:sldId id="83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AA0BC4A-D0D7-4E01-9017-8DD014F2E681}">
          <p14:sldIdLst>
            <p14:sldId id="823"/>
          </p14:sldIdLst>
        </p14:section>
        <p14:section name="Untitled Section" id="{5EE891A9-CA87-40F1-8087-78C3AFDDD3C3}">
          <p14:sldIdLst>
            <p14:sldId id="834"/>
            <p14:sldId id="835"/>
            <p14:sldId id="836"/>
            <p14:sldId id="83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r Lực" initials="ML" lastIdx="5" clrIdx="0">
    <p:extLst>
      <p:ext uri="{19B8F6BF-5375-455C-9EA6-DF929625EA0E}">
        <p15:presenceInfo xmlns:p15="http://schemas.microsoft.com/office/powerpoint/2012/main" userId="Mr Lự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E1F26"/>
    <a:srgbClr val="AE2328"/>
    <a:srgbClr val="E3B57D"/>
    <a:srgbClr val="A6A6A6"/>
    <a:srgbClr val="E1E2DD"/>
    <a:srgbClr val="E18E26"/>
    <a:srgbClr val="C3B9A3"/>
    <a:srgbClr val="60554B"/>
    <a:srgbClr val="202023"/>
    <a:srgbClr val="2829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6183" autoAdjust="0"/>
  </p:normalViewPr>
  <p:slideViewPr>
    <p:cSldViewPr snapToGrid="0">
      <p:cViewPr varScale="1">
        <p:scale>
          <a:sx n="153" d="100"/>
          <a:sy n="153" d="100"/>
        </p:scale>
        <p:origin x="148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DF077E-F266-49E6-B530-82601C6CD88E}" type="datetimeFigureOut">
              <a:rPr lang="en-US" smtClean="0"/>
              <a:t>9/20/2025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AAF405-94FF-477A-82DD-42CA110574B5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3D92D-334D-441C-B8DB-708E45F7B53A}" type="datetimeFigureOut">
              <a:rPr lang="en-US" smtClean="0"/>
              <a:t>9/20/2025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2E4BB-893B-4E2A-B4C6-E9136E3AC65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3D92D-334D-441C-B8DB-708E45F7B53A}" type="datetimeFigureOut">
              <a:rPr lang="en-US" smtClean="0"/>
              <a:t>9/20/2025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2E4BB-893B-4E2A-B4C6-E9136E3AC65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3D92D-334D-441C-B8DB-708E45F7B53A}" type="datetimeFigureOut">
              <a:rPr lang="en-US" smtClean="0"/>
              <a:t>9/20/2025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2E4BB-893B-4E2A-B4C6-E9136E3AC65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3D92D-334D-441C-B8DB-708E45F7B53A}" type="datetimeFigureOut">
              <a:rPr lang="en-US" smtClean="0"/>
              <a:t>9/20/2025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2E4BB-893B-4E2A-B4C6-E9136E3AC65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3D92D-334D-441C-B8DB-708E45F7B53A}" type="datetimeFigureOut">
              <a:rPr lang="en-US" smtClean="0"/>
              <a:t>9/20/2025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2E4BB-893B-4E2A-B4C6-E9136E3AC65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3D92D-334D-441C-B8DB-708E45F7B53A}" type="datetimeFigureOut">
              <a:rPr lang="en-US" smtClean="0"/>
              <a:t>9/20/2025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2E4BB-893B-4E2A-B4C6-E9136E3AC65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3D92D-334D-441C-B8DB-708E45F7B53A}" type="datetimeFigureOut">
              <a:rPr lang="en-US" smtClean="0"/>
              <a:t>9/20/2025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2E4BB-893B-4E2A-B4C6-E9136E3AC65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3D92D-334D-441C-B8DB-708E45F7B53A}" type="datetimeFigureOut">
              <a:rPr lang="en-US" smtClean="0"/>
              <a:t>9/20/2025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2E4BB-893B-4E2A-B4C6-E9136E3AC65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3D92D-334D-441C-B8DB-708E45F7B53A}" type="datetimeFigureOut">
              <a:rPr lang="en-US" smtClean="0"/>
              <a:t>9/20/2025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2E4BB-893B-4E2A-B4C6-E9136E3AC65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3D92D-334D-441C-B8DB-708E45F7B53A}" type="datetimeFigureOut">
              <a:rPr lang="en-US" smtClean="0"/>
              <a:t>9/20/2025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2E4BB-893B-4E2A-B4C6-E9136E3AC65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3D92D-334D-441C-B8DB-708E45F7B53A}" type="datetimeFigureOut">
              <a:rPr lang="en-US" smtClean="0"/>
              <a:t>9/20/2025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2E4BB-893B-4E2A-B4C6-E9136E3AC65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C3D92D-334D-441C-B8DB-708E45F7B53A}" type="datetimeFigureOut">
              <a:rPr lang="en-US" smtClean="0"/>
              <a:t>9/20/2025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F2E4BB-893B-4E2A-B4C6-E9136E3AC652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svg"/><Relationship Id="rId7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9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3.svg"/><Relationship Id="rId7" Type="http://schemas.openxmlformats.org/officeDocument/2006/relationships/image" Target="../media/image1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Relationship Id="rId9" Type="http://schemas.openxmlformats.org/officeDocument/2006/relationships/image" Target="../media/image15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microsoft.com/office/2007/relationships/hdphoto" Target="../media/hdphoto5.wdp"/><Relationship Id="rId3" Type="http://schemas.openxmlformats.org/officeDocument/2006/relationships/image" Target="../media/image3.svg"/><Relationship Id="rId7" Type="http://schemas.microsoft.com/office/2007/relationships/hdphoto" Target="../media/hdphoto2.wdp"/><Relationship Id="rId12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microsoft.com/office/2007/relationships/hdphoto" Target="../media/hdphoto4.wdp"/><Relationship Id="rId5" Type="http://schemas.microsoft.com/office/2007/relationships/hdphoto" Target="../media/hdphoto1.wdp"/><Relationship Id="rId15" Type="http://schemas.microsoft.com/office/2007/relationships/hdphoto" Target="../media/hdphoto6.wdp"/><Relationship Id="rId10" Type="http://schemas.openxmlformats.org/officeDocument/2006/relationships/image" Target="../media/image19.png"/><Relationship Id="rId4" Type="http://schemas.openxmlformats.org/officeDocument/2006/relationships/image" Target="../media/image16.png"/><Relationship Id="rId9" Type="http://schemas.microsoft.com/office/2007/relationships/hdphoto" Target="../media/hdphoto3.wdp"/><Relationship Id="rId1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microsoft.com/office/2007/relationships/hdphoto" Target="../media/hdphoto11.wdp"/><Relationship Id="rId3" Type="http://schemas.openxmlformats.org/officeDocument/2006/relationships/image" Target="../media/image3.svg"/><Relationship Id="rId7" Type="http://schemas.microsoft.com/office/2007/relationships/hdphoto" Target="../media/hdphoto8.wdp"/><Relationship Id="rId12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microsoft.com/office/2007/relationships/hdphoto" Target="../media/hdphoto10.wdp"/><Relationship Id="rId5" Type="http://schemas.microsoft.com/office/2007/relationships/hdphoto" Target="../media/hdphoto7.wdp"/><Relationship Id="rId15" Type="http://schemas.microsoft.com/office/2007/relationships/hdphoto" Target="../media/hdphoto12.wdp"/><Relationship Id="rId10" Type="http://schemas.openxmlformats.org/officeDocument/2006/relationships/image" Target="../media/image25.png"/><Relationship Id="rId4" Type="http://schemas.openxmlformats.org/officeDocument/2006/relationships/image" Target="../media/image22.png"/><Relationship Id="rId9" Type="http://schemas.microsoft.com/office/2007/relationships/hdphoto" Target="../media/hdphoto9.wdp"/><Relationship Id="rId1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raphic 23">
            <a:extLst>
              <a:ext uri="{FF2B5EF4-FFF2-40B4-BE49-F238E27FC236}">
                <a16:creationId xmlns:a16="http://schemas.microsoft.com/office/drawing/2014/main" id="{FA6BCB36-70C6-4A83-EC9F-60BADB8CA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77554" y="2016176"/>
            <a:ext cx="5103606" cy="164945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9BDEC2-C784-1E18-5B53-C19591F9EA18}"/>
              </a:ext>
            </a:extLst>
          </p:cNvPr>
          <p:cNvSpPr txBox="1"/>
          <p:nvPr/>
        </p:nvSpPr>
        <p:spPr>
          <a:xfrm>
            <a:off x="4011930" y="4413297"/>
            <a:ext cx="6095306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50" b="1" dirty="0">
                <a:solidFill>
                  <a:schemeClr val="accent6">
                    <a:lumMod val="75000"/>
                  </a:schemeClr>
                </a:solidFill>
                <a:latin typeface="+mj-lt"/>
                <a:cs typeface="Leelawadee UI Semilight" panose="020B0402040204020203" pitchFamily="34" charset="-34"/>
              </a:rPr>
              <a:t>BỘ SẢN PHẨM NEW YORK 150mm x 800mm SEMI PORCELAIN </a:t>
            </a:r>
            <a:endParaRPr lang="en-US" sz="1650" dirty="0"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96D1ED-A569-0C93-DDF4-5D5CBA6A18CF}"/>
              </a:ext>
            </a:extLst>
          </p:cNvPr>
          <p:cNvSpPr/>
          <p:nvPr/>
        </p:nvSpPr>
        <p:spPr>
          <a:xfrm>
            <a:off x="3728036" y="4006111"/>
            <a:ext cx="6227086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cs typeface="Leelawadee UI Semilight" panose="020B0402040204020203" pitchFamily="34" charset="-34"/>
              </a:rPr>
              <a:t>HẢI DƯƠNG 2025</a:t>
            </a:r>
          </a:p>
          <a:p>
            <a:pPr algn="ctr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cs typeface="Leelawadee UI Semilight" panose="020B0402040204020203" pitchFamily="34" charset="-34"/>
              </a:rPr>
              <a:t> </a:t>
            </a:r>
            <a:b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KhoHo"/>
                <a:cs typeface="Leelawadee UI Semilight" panose="020B0402040204020203" pitchFamily="34" charset="-34"/>
              </a:rPr>
            </a:br>
            <a:endParaRPr lang="en-US" sz="1900" b="1" dirty="0">
              <a:solidFill>
                <a:schemeClr val="accent6">
                  <a:lumMod val="75000"/>
                </a:schemeClr>
              </a:solidFill>
              <a:latin typeface="+mj-lt"/>
              <a:cs typeface="Leelawadee UI Semilight" panose="020B04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521388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FD30FAB8-310C-1F8E-C892-6C374FD89F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96218" y="280650"/>
            <a:ext cx="1055141" cy="3410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AD669FC-52DD-B369-453F-6378614E6A5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17854" y="3017156"/>
            <a:ext cx="5590508" cy="10499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712BC0B-7D3F-9FAF-C7BF-F913490E9D3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3566076" y="3017156"/>
            <a:ext cx="5590508" cy="10499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558970F-9F89-9D28-1FE1-22228D63952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1204755" y="3017156"/>
            <a:ext cx="5590508" cy="10499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91F813D-A5DB-6DFA-15E5-57C98313956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2385416" y="3017156"/>
            <a:ext cx="5590508" cy="10499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7345FE4F-7C03-9594-C4E0-399E8C6C07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6631265"/>
              </p:ext>
            </p:extLst>
          </p:nvPr>
        </p:nvGraphicFramePr>
        <p:xfrm>
          <a:off x="10136091" y="4990767"/>
          <a:ext cx="1661278" cy="13849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0639">
                  <a:extLst>
                    <a:ext uri="{9D8B030D-6E8A-4147-A177-3AD203B41FA5}">
                      <a16:colId xmlns:a16="http://schemas.microsoft.com/office/drawing/2014/main" val="3814218658"/>
                    </a:ext>
                  </a:extLst>
                </a:gridCol>
                <a:gridCol w="830639">
                  <a:extLst>
                    <a:ext uri="{9D8B030D-6E8A-4147-A177-3AD203B41FA5}">
                      <a16:colId xmlns:a16="http://schemas.microsoft.com/office/drawing/2014/main" val="3824200044"/>
                    </a:ext>
                  </a:extLst>
                </a:gridCol>
              </a:tblGrid>
              <a:tr h="27698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Mã</a:t>
                      </a:r>
                      <a:r>
                        <a:rPr lang="en-US" sz="8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  <a:r>
                        <a:rPr lang="en-US" sz="8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Sản</a:t>
                      </a:r>
                      <a:r>
                        <a:rPr lang="en-US" sz="8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  <a:r>
                        <a:rPr lang="en-US" sz="8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Phẩm</a:t>
                      </a:r>
                      <a:endParaRPr lang="en-US" sz="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UY GT15801</a:t>
                      </a: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6006530"/>
                  </a:ext>
                </a:extLst>
              </a:tr>
              <a:tr h="27698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Kích</a:t>
                      </a:r>
                      <a:r>
                        <a:rPr lang="en-US" sz="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</a:t>
                      </a:r>
                      <a:r>
                        <a:rPr lang="en-US" sz="8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Thước</a:t>
                      </a:r>
                      <a:endParaRPr lang="en-US" sz="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150mm x 800mm</a:t>
                      </a: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8486745"/>
                  </a:ext>
                </a:extLst>
              </a:tr>
              <a:tr h="27698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Xương</a:t>
                      </a:r>
                      <a:endParaRPr lang="en-US" sz="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Semi </a:t>
                      </a:r>
                      <a:r>
                        <a:rPr lang="en-US" sz="8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Porcelance</a:t>
                      </a:r>
                      <a:endParaRPr lang="en-US" sz="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8766560"/>
                  </a:ext>
                </a:extLst>
              </a:tr>
              <a:tr h="27698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Men</a:t>
                      </a: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Matt</a:t>
                      </a: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740355"/>
                  </a:ext>
                </a:extLst>
              </a:tr>
              <a:tr h="27698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Face</a:t>
                      </a: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/>
                        <a:t>06</a:t>
                      </a: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0498225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11F3F4C3-E8CF-A7E2-B5A9-607CF51A65C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4745370" y="3017156"/>
            <a:ext cx="5590508" cy="10499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C77D25E-78C5-C345-31DE-678A1B01E3E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5936209" y="3017896"/>
            <a:ext cx="5582633" cy="10484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5E93EFD-94A3-5C2F-5DAC-AF60F6E568C2}"/>
              </a:ext>
            </a:extLst>
          </p:cNvPr>
          <p:cNvCxnSpPr>
            <a:cxnSpLocks/>
          </p:cNvCxnSpPr>
          <p:nvPr/>
        </p:nvCxnSpPr>
        <p:spPr>
          <a:xfrm>
            <a:off x="2255626" y="621665"/>
            <a:ext cx="8209567" cy="0"/>
          </a:xfrm>
          <a:prstGeom prst="line">
            <a:avLst/>
          </a:prstGeom>
          <a:ln w="3175">
            <a:solidFill>
              <a:schemeClr val="accent6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C17D620-F85E-F459-90DE-4B28C283DCF4}"/>
              </a:ext>
            </a:extLst>
          </p:cNvPr>
          <p:cNvSpPr txBox="1"/>
          <p:nvPr/>
        </p:nvSpPr>
        <p:spPr>
          <a:xfrm>
            <a:off x="260572" y="431561"/>
            <a:ext cx="21210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6"/>
                </a:solidFill>
                <a:latin typeface="Leelawadee UI Semilight" panose="020B0402040204020203" pitchFamily="34" charset="-34"/>
                <a:cs typeface="Leelawadee UI Semilight" panose="020B0402040204020203" pitchFamily="34" charset="-34"/>
              </a:rPr>
              <a:t>150mm x 800mm SEMI PORCELAIN</a:t>
            </a:r>
          </a:p>
        </p:txBody>
      </p:sp>
    </p:spTree>
    <p:extLst>
      <p:ext uri="{BB962C8B-B14F-4D97-AF65-F5344CB8AC3E}">
        <p14:creationId xmlns:p14="http://schemas.microsoft.com/office/powerpoint/2010/main" val="1371824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FD30FAB8-310C-1F8E-C892-6C374FD89F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96218" y="280650"/>
            <a:ext cx="1055141" cy="3410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AD669FC-52DD-B369-453F-6378614E6A5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19919" y="3017156"/>
            <a:ext cx="5586378" cy="10499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712BC0B-7D3F-9FAF-C7BF-F913490E9D3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3568141" y="3017156"/>
            <a:ext cx="5586378" cy="10499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558970F-9F89-9D28-1FE1-22228D63952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1206820" y="3017156"/>
            <a:ext cx="5586378" cy="10499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91F813D-A5DB-6DFA-15E5-57C98313956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2387481" y="3017156"/>
            <a:ext cx="5586378" cy="10499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7345FE4F-7C03-9594-C4E0-399E8C6C07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1414410"/>
              </p:ext>
            </p:extLst>
          </p:nvPr>
        </p:nvGraphicFramePr>
        <p:xfrm>
          <a:off x="10136091" y="4990767"/>
          <a:ext cx="1661278" cy="13849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0639">
                  <a:extLst>
                    <a:ext uri="{9D8B030D-6E8A-4147-A177-3AD203B41FA5}">
                      <a16:colId xmlns:a16="http://schemas.microsoft.com/office/drawing/2014/main" val="3814218658"/>
                    </a:ext>
                  </a:extLst>
                </a:gridCol>
                <a:gridCol w="830639">
                  <a:extLst>
                    <a:ext uri="{9D8B030D-6E8A-4147-A177-3AD203B41FA5}">
                      <a16:colId xmlns:a16="http://schemas.microsoft.com/office/drawing/2014/main" val="3824200044"/>
                    </a:ext>
                  </a:extLst>
                </a:gridCol>
              </a:tblGrid>
              <a:tr h="27698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Mã</a:t>
                      </a:r>
                      <a:r>
                        <a:rPr lang="en-US" sz="8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  <a:r>
                        <a:rPr lang="en-US" sz="8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Sản</a:t>
                      </a:r>
                      <a:r>
                        <a:rPr lang="en-US" sz="8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  <a:r>
                        <a:rPr lang="en-US" sz="8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Phẩm</a:t>
                      </a:r>
                      <a:endParaRPr lang="en-US" sz="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UY GT15802</a:t>
                      </a: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6006530"/>
                  </a:ext>
                </a:extLst>
              </a:tr>
              <a:tr h="27698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Kích</a:t>
                      </a:r>
                      <a:r>
                        <a:rPr lang="en-US" sz="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</a:t>
                      </a:r>
                      <a:r>
                        <a:rPr lang="en-US" sz="8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Thước</a:t>
                      </a:r>
                      <a:endParaRPr lang="en-US" sz="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150mm x 800mm</a:t>
                      </a: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8486745"/>
                  </a:ext>
                </a:extLst>
              </a:tr>
              <a:tr h="27698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Xương</a:t>
                      </a:r>
                      <a:endParaRPr lang="en-US" sz="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Semi </a:t>
                      </a:r>
                      <a:r>
                        <a:rPr lang="en-US" sz="8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Porcelance</a:t>
                      </a:r>
                      <a:endParaRPr lang="en-US" sz="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8766560"/>
                  </a:ext>
                </a:extLst>
              </a:tr>
              <a:tr h="27698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Men</a:t>
                      </a: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Matt</a:t>
                      </a: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740355"/>
                  </a:ext>
                </a:extLst>
              </a:tr>
              <a:tr h="27698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Face</a:t>
                      </a: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/>
                        <a:t>06</a:t>
                      </a: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0498225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11F3F4C3-E8CF-A7E2-B5A9-607CF51A65C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4747435" y="3017156"/>
            <a:ext cx="5586378" cy="10499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C77D25E-78C5-C345-31DE-678A1B01E3E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5936209" y="3018454"/>
            <a:ext cx="5582633" cy="104733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DCA4CEA-F554-ED0A-87FC-FEF929C93283}"/>
              </a:ext>
            </a:extLst>
          </p:cNvPr>
          <p:cNvCxnSpPr>
            <a:cxnSpLocks/>
          </p:cNvCxnSpPr>
          <p:nvPr/>
        </p:nvCxnSpPr>
        <p:spPr>
          <a:xfrm>
            <a:off x="2255626" y="621665"/>
            <a:ext cx="8209567" cy="0"/>
          </a:xfrm>
          <a:prstGeom prst="line">
            <a:avLst/>
          </a:prstGeom>
          <a:ln w="3175">
            <a:solidFill>
              <a:schemeClr val="accent6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00585CB-CA7F-0A34-FF2B-2CD4C0D27FEB}"/>
              </a:ext>
            </a:extLst>
          </p:cNvPr>
          <p:cNvSpPr txBox="1"/>
          <p:nvPr/>
        </p:nvSpPr>
        <p:spPr>
          <a:xfrm>
            <a:off x="260572" y="431561"/>
            <a:ext cx="21210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6"/>
                </a:solidFill>
                <a:latin typeface="Leelawadee UI Semilight" panose="020B0402040204020203" pitchFamily="34" charset="-34"/>
                <a:cs typeface="Leelawadee UI Semilight" panose="020B0402040204020203" pitchFamily="34" charset="-34"/>
              </a:rPr>
              <a:t>150mm x 800mm SEMI PORCELAIN</a:t>
            </a:r>
          </a:p>
        </p:txBody>
      </p:sp>
    </p:spTree>
    <p:extLst>
      <p:ext uri="{BB962C8B-B14F-4D97-AF65-F5344CB8AC3E}">
        <p14:creationId xmlns:p14="http://schemas.microsoft.com/office/powerpoint/2010/main" val="4261702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FD30FAB8-310C-1F8E-C892-6C374FD89F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96218" y="280650"/>
            <a:ext cx="1055141" cy="3410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AD669FC-52DD-B369-453F-6378614E6A5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7200"/>
                    </a14:imgEffect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19919" y="3017856"/>
            <a:ext cx="5586378" cy="10485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712BC0B-7D3F-9FAF-C7BF-F913490E9D3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7200"/>
                    </a14:imgEffect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3568613" y="3017156"/>
            <a:ext cx="5585433" cy="10499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558970F-9F89-9D28-1FE1-22228D63952A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7200"/>
                    </a14:imgEffect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1206820" y="3017856"/>
            <a:ext cx="5586378" cy="10485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91F813D-A5DB-6DFA-15E5-57C98313956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colorTemperature colorTemp="7200"/>
                    </a14:imgEffect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2387953" y="3017156"/>
            <a:ext cx="5585433" cy="10499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7345FE4F-7C03-9594-C4E0-399E8C6C07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8655796"/>
              </p:ext>
            </p:extLst>
          </p:nvPr>
        </p:nvGraphicFramePr>
        <p:xfrm>
          <a:off x="10136091" y="4990767"/>
          <a:ext cx="1661278" cy="13849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0639">
                  <a:extLst>
                    <a:ext uri="{9D8B030D-6E8A-4147-A177-3AD203B41FA5}">
                      <a16:colId xmlns:a16="http://schemas.microsoft.com/office/drawing/2014/main" val="3814218658"/>
                    </a:ext>
                  </a:extLst>
                </a:gridCol>
                <a:gridCol w="830639">
                  <a:extLst>
                    <a:ext uri="{9D8B030D-6E8A-4147-A177-3AD203B41FA5}">
                      <a16:colId xmlns:a16="http://schemas.microsoft.com/office/drawing/2014/main" val="3824200044"/>
                    </a:ext>
                  </a:extLst>
                </a:gridCol>
              </a:tblGrid>
              <a:tr h="27698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Mã</a:t>
                      </a:r>
                      <a:r>
                        <a:rPr lang="en-US" sz="8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  <a:r>
                        <a:rPr lang="en-US" sz="8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Sản</a:t>
                      </a:r>
                      <a:r>
                        <a:rPr lang="en-US" sz="8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  <a:r>
                        <a:rPr lang="en-US" sz="8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Phẩm</a:t>
                      </a:r>
                      <a:endParaRPr lang="en-US" sz="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UY GT15803</a:t>
                      </a: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6006530"/>
                  </a:ext>
                </a:extLst>
              </a:tr>
              <a:tr h="27698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Kích</a:t>
                      </a:r>
                      <a:r>
                        <a:rPr lang="en-US" sz="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</a:t>
                      </a:r>
                      <a:r>
                        <a:rPr lang="en-US" sz="8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Thước</a:t>
                      </a:r>
                      <a:endParaRPr lang="en-US" sz="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150mm x 800mm</a:t>
                      </a: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8486745"/>
                  </a:ext>
                </a:extLst>
              </a:tr>
              <a:tr h="27698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Xương</a:t>
                      </a:r>
                      <a:endParaRPr lang="en-US" sz="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Semi </a:t>
                      </a:r>
                      <a:r>
                        <a:rPr lang="en-US" sz="8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Porcelance</a:t>
                      </a:r>
                      <a:endParaRPr lang="en-US" sz="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8766560"/>
                  </a:ext>
                </a:extLst>
              </a:tr>
              <a:tr h="27698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Men</a:t>
                      </a: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Matt</a:t>
                      </a: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740355"/>
                  </a:ext>
                </a:extLst>
              </a:tr>
              <a:tr h="27698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Face</a:t>
                      </a: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/>
                        <a:t>06</a:t>
                      </a: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0498225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11F3F4C3-E8CF-A7E2-B5A9-607CF51A65C9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colorTemperature colorTemp="7200"/>
                    </a14:imgEffect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4747907" y="3017156"/>
            <a:ext cx="5585433" cy="10499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C77D25E-78C5-C345-31DE-678A1B01E3E5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colorTemperature colorTemp="7200"/>
                    </a14:imgEffect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5937522" y="3018454"/>
            <a:ext cx="5580006" cy="104733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4D59572-461A-47D6-1554-A29E494E43BB}"/>
              </a:ext>
            </a:extLst>
          </p:cNvPr>
          <p:cNvCxnSpPr>
            <a:cxnSpLocks/>
          </p:cNvCxnSpPr>
          <p:nvPr/>
        </p:nvCxnSpPr>
        <p:spPr>
          <a:xfrm>
            <a:off x="2255626" y="621665"/>
            <a:ext cx="8209567" cy="0"/>
          </a:xfrm>
          <a:prstGeom prst="line">
            <a:avLst/>
          </a:prstGeom>
          <a:ln w="3175">
            <a:solidFill>
              <a:schemeClr val="accent6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9048818-E15A-BF20-E47B-D8C3820B7F9D}"/>
              </a:ext>
            </a:extLst>
          </p:cNvPr>
          <p:cNvSpPr txBox="1"/>
          <p:nvPr/>
        </p:nvSpPr>
        <p:spPr>
          <a:xfrm>
            <a:off x="260572" y="431561"/>
            <a:ext cx="21210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6"/>
                </a:solidFill>
                <a:latin typeface="Leelawadee UI Semilight" panose="020B0402040204020203" pitchFamily="34" charset="-34"/>
                <a:cs typeface="Leelawadee UI Semilight" panose="020B0402040204020203" pitchFamily="34" charset="-34"/>
              </a:rPr>
              <a:t>150mm x 800mm SEMI PORCELAIN</a:t>
            </a:r>
          </a:p>
        </p:txBody>
      </p:sp>
    </p:spTree>
    <p:extLst>
      <p:ext uri="{BB962C8B-B14F-4D97-AF65-F5344CB8AC3E}">
        <p14:creationId xmlns:p14="http://schemas.microsoft.com/office/powerpoint/2010/main" val="2933055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FD30FAB8-310C-1F8E-C892-6C374FD89F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96218" y="280650"/>
            <a:ext cx="1055141" cy="3410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AD669FC-52DD-B369-453F-6378614E6A5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72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19921" y="3017856"/>
            <a:ext cx="5586373" cy="10485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712BC0B-7D3F-9FAF-C7BF-F913490E9D3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72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3568613" y="3017944"/>
            <a:ext cx="5585433" cy="10483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558970F-9F89-9D28-1FE1-22228D63952A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72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1206822" y="3017856"/>
            <a:ext cx="5586373" cy="10485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91F813D-A5DB-6DFA-15E5-57C98313956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colorTemperature colorTemp="72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2387953" y="3017156"/>
            <a:ext cx="5585433" cy="10499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7345FE4F-7C03-9594-C4E0-399E8C6C07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7611218"/>
              </p:ext>
            </p:extLst>
          </p:nvPr>
        </p:nvGraphicFramePr>
        <p:xfrm>
          <a:off x="10136091" y="4990767"/>
          <a:ext cx="1661278" cy="13849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0639">
                  <a:extLst>
                    <a:ext uri="{9D8B030D-6E8A-4147-A177-3AD203B41FA5}">
                      <a16:colId xmlns:a16="http://schemas.microsoft.com/office/drawing/2014/main" val="3814218658"/>
                    </a:ext>
                  </a:extLst>
                </a:gridCol>
                <a:gridCol w="830639">
                  <a:extLst>
                    <a:ext uri="{9D8B030D-6E8A-4147-A177-3AD203B41FA5}">
                      <a16:colId xmlns:a16="http://schemas.microsoft.com/office/drawing/2014/main" val="3824200044"/>
                    </a:ext>
                  </a:extLst>
                </a:gridCol>
              </a:tblGrid>
              <a:tr h="27698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Mã</a:t>
                      </a:r>
                      <a:r>
                        <a:rPr lang="en-US" sz="8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  <a:r>
                        <a:rPr lang="en-US" sz="8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Sản</a:t>
                      </a:r>
                      <a:r>
                        <a:rPr lang="en-US" sz="8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  <a:r>
                        <a:rPr lang="en-US" sz="8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Phẩm</a:t>
                      </a:r>
                      <a:endParaRPr lang="en-US" sz="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UY GT15804</a:t>
                      </a: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6006530"/>
                  </a:ext>
                </a:extLst>
              </a:tr>
              <a:tr h="27698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Kích</a:t>
                      </a:r>
                      <a:r>
                        <a:rPr lang="en-US" sz="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</a:t>
                      </a:r>
                      <a:r>
                        <a:rPr lang="en-US" sz="8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Thước</a:t>
                      </a:r>
                      <a:endParaRPr lang="en-US" sz="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150mm x 800mm</a:t>
                      </a: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8486745"/>
                  </a:ext>
                </a:extLst>
              </a:tr>
              <a:tr h="27698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Xương</a:t>
                      </a:r>
                      <a:endParaRPr lang="en-US" sz="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Semi </a:t>
                      </a:r>
                      <a:r>
                        <a:rPr lang="en-US" sz="8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Porcelance</a:t>
                      </a:r>
                      <a:endParaRPr lang="en-US" sz="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8766560"/>
                  </a:ext>
                </a:extLst>
              </a:tr>
              <a:tr h="27698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Men</a:t>
                      </a: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Matt</a:t>
                      </a: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740355"/>
                  </a:ext>
                </a:extLst>
              </a:tr>
              <a:tr h="27698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Face</a:t>
                      </a: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/>
                        <a:t>06</a:t>
                      </a: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0498225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11F3F4C3-E8CF-A7E2-B5A9-607CF51A65C9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colorTemperature colorTemp="72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4747907" y="3017156"/>
            <a:ext cx="5585433" cy="10499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C77D25E-78C5-C345-31DE-678A1B01E3E5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colorTemperature colorTemp="72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5937522" y="3018454"/>
            <a:ext cx="5580006" cy="104733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64B6588-A0ED-1742-EC37-AB70884680F8}"/>
              </a:ext>
            </a:extLst>
          </p:cNvPr>
          <p:cNvCxnSpPr>
            <a:cxnSpLocks/>
          </p:cNvCxnSpPr>
          <p:nvPr/>
        </p:nvCxnSpPr>
        <p:spPr>
          <a:xfrm>
            <a:off x="2255626" y="621665"/>
            <a:ext cx="8209567" cy="0"/>
          </a:xfrm>
          <a:prstGeom prst="line">
            <a:avLst/>
          </a:prstGeom>
          <a:ln w="3175">
            <a:solidFill>
              <a:schemeClr val="accent6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168036F-93A5-8E6F-4B8E-42F997FDBE2E}"/>
              </a:ext>
            </a:extLst>
          </p:cNvPr>
          <p:cNvSpPr txBox="1"/>
          <p:nvPr/>
        </p:nvSpPr>
        <p:spPr>
          <a:xfrm>
            <a:off x="260572" y="431561"/>
            <a:ext cx="21210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6"/>
                </a:solidFill>
                <a:latin typeface="Leelawadee UI Semilight" panose="020B0402040204020203" pitchFamily="34" charset="-34"/>
                <a:cs typeface="Leelawadee UI Semilight" panose="020B0402040204020203" pitchFamily="34" charset="-34"/>
              </a:rPr>
              <a:t>150mm x 800mm SEMI PORCELAIN</a:t>
            </a:r>
          </a:p>
        </p:txBody>
      </p:sp>
    </p:spTree>
    <p:extLst>
      <p:ext uri="{BB962C8B-B14F-4D97-AF65-F5344CB8AC3E}">
        <p14:creationId xmlns:p14="http://schemas.microsoft.com/office/powerpoint/2010/main" val="28852868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/>
          <a:srcRect/>
          <a:stretch>
            <a:fillRect/>
          </a:stretch>
        </a:blipFill>
        <a:ln>
          <a:solidFill>
            <a:schemeClr val="bg1"/>
          </a:solidFill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3550</TotalTime>
  <Words>103</Words>
  <Application>Microsoft Office PowerPoint</Application>
  <PresentationFormat>Widescreen</PresentationFormat>
  <Paragraphs>47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KhoHo</vt:lpstr>
      <vt:lpstr>Leelawadee UI Semilight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XPS</dc:creator>
  <cp:lastModifiedBy>Mr Lực</cp:lastModifiedBy>
  <cp:revision>454</cp:revision>
  <dcterms:created xsi:type="dcterms:W3CDTF">2022-10-04T17:04:00Z</dcterms:created>
  <dcterms:modified xsi:type="dcterms:W3CDTF">2025-09-20T06:21:01Z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1E9186AA02364696AA64EC6CADF3672C</vt:lpwstr>
  </property>
  <property fmtid="{D5CDD505-2E9C-101B-9397-08002B2CF9AE}" pid="3" name="KSOProductBuildVer">
    <vt:lpwstr>1033-11.2.0.11130</vt:lpwstr>
  </property>
</Properties>
</file>