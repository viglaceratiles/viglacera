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1094" r:id="rId3"/>
    <p:sldId id="1095" r:id="rId4"/>
    <p:sldId id="1096" r:id="rId5"/>
    <p:sldId id="1097" r:id="rId6"/>
    <p:sldId id="1098" r:id="rId7"/>
    <p:sldId id="1099" r:id="rId8"/>
    <p:sldId id="1100" r:id="rId9"/>
    <p:sldId id="1101" r:id="rId10"/>
    <p:sldId id="1102" r:id="rId11"/>
    <p:sldId id="1103" r:id="rId12"/>
    <p:sldId id="1086" r:id="rId13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8E25"/>
    <a:srgbClr val="A7A7A9"/>
    <a:srgbClr val="E18E24"/>
    <a:srgbClr val="FCFDFD"/>
    <a:srgbClr val="FFFFFF"/>
    <a:srgbClr val="3B3838"/>
    <a:srgbClr val="A7B4CC"/>
    <a:srgbClr val="767171"/>
    <a:srgbClr val="E18E25"/>
    <a:srgbClr val="CCB7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54" autoAdjust="0"/>
    <p:restoredTop sz="94595"/>
  </p:normalViewPr>
  <p:slideViewPr>
    <p:cSldViewPr snapToGrid="0">
      <p:cViewPr>
        <p:scale>
          <a:sx n="116" d="100"/>
          <a:sy n="116" d="100"/>
        </p:scale>
        <p:origin x="1212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460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117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816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246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455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383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542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314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115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38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27" y="1709780"/>
            <a:ext cx="10516574" cy="285280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27" y="4589578"/>
            <a:ext cx="10516574" cy="1500224"/>
          </a:xfrm>
        </p:spPr>
        <p:txBody>
          <a:bodyPr/>
          <a:lstStyle>
            <a:lvl1pPr marL="0" indent="0">
              <a:buNone/>
              <a:defRPr sz="2395">
                <a:solidFill>
                  <a:schemeClr val="tx1">
                    <a:tint val="75000"/>
                  </a:schemeClr>
                </a:solidFill>
              </a:defRPr>
            </a:lvl1pPr>
            <a:lvl2pPr marL="45656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77" y="1825670"/>
            <a:ext cx="5182079" cy="4351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772" y="1825670"/>
            <a:ext cx="5182079" cy="4351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64" y="365134"/>
            <a:ext cx="10516574" cy="13255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64" y="1681204"/>
            <a:ext cx="5158265" cy="823933"/>
          </a:xfrm>
        </p:spPr>
        <p:txBody>
          <a:bodyPr anchor="b"/>
          <a:lstStyle>
            <a:lvl1pPr marL="0" indent="0">
              <a:buNone/>
              <a:defRPr sz="2395" b="1"/>
            </a:lvl1pPr>
            <a:lvl2pPr marL="456565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64" y="2505136"/>
            <a:ext cx="5158265" cy="3684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772" y="1681204"/>
            <a:ext cx="5183669" cy="823933"/>
          </a:xfrm>
        </p:spPr>
        <p:txBody>
          <a:bodyPr anchor="b"/>
          <a:lstStyle>
            <a:lvl1pPr marL="0" indent="0">
              <a:buNone/>
              <a:defRPr sz="2395" b="1"/>
            </a:lvl1pPr>
            <a:lvl2pPr marL="456565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772" y="2505136"/>
            <a:ext cx="5183669" cy="3684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64" y="457212"/>
            <a:ext cx="3932602" cy="1600240"/>
          </a:xfrm>
        </p:spPr>
        <p:txBody>
          <a:bodyPr anchor="b"/>
          <a:lstStyle>
            <a:lvl1pPr>
              <a:defRPr sz="319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669" y="987449"/>
            <a:ext cx="6172772" cy="4873747"/>
          </a:xfrm>
        </p:spPr>
        <p:txBody>
          <a:bodyPr/>
          <a:lstStyle>
            <a:lvl1pPr>
              <a:defRPr sz="3195"/>
            </a:lvl1pPr>
            <a:lvl2pPr>
              <a:defRPr sz="2795"/>
            </a:lvl2pPr>
            <a:lvl3pPr>
              <a:defRPr sz="2395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64" y="2057451"/>
            <a:ext cx="3932602" cy="3811683"/>
          </a:xfrm>
        </p:spPr>
        <p:txBody>
          <a:bodyPr/>
          <a:lstStyle>
            <a:lvl1pPr marL="0" indent="0">
              <a:buNone/>
              <a:defRPr sz="1600"/>
            </a:lvl1pPr>
            <a:lvl2pPr marL="456565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64" y="457212"/>
            <a:ext cx="3932602" cy="1600240"/>
          </a:xfrm>
        </p:spPr>
        <p:txBody>
          <a:bodyPr anchor="b"/>
          <a:lstStyle>
            <a:lvl1pPr>
              <a:defRPr sz="319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669" y="987449"/>
            <a:ext cx="6172772" cy="4873747"/>
          </a:xfrm>
        </p:spPr>
        <p:txBody>
          <a:bodyPr/>
          <a:lstStyle>
            <a:lvl1pPr marL="0" indent="0">
              <a:buNone/>
              <a:defRPr sz="3195"/>
            </a:lvl1pPr>
            <a:lvl2pPr marL="456565" indent="0">
              <a:buNone/>
              <a:defRPr sz="2795"/>
            </a:lvl2pPr>
            <a:lvl3pPr marL="914400" indent="0">
              <a:buNone/>
              <a:defRPr sz="2395"/>
            </a:lvl3pPr>
            <a:lvl4pPr marL="1370965" indent="0">
              <a:buNone/>
              <a:defRPr sz="2000"/>
            </a:lvl4pPr>
            <a:lvl5pPr marL="1828800" indent="0">
              <a:buNone/>
              <a:defRPr sz="2000"/>
            </a:lvl5pPr>
            <a:lvl6pPr marL="2285365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64" y="2057451"/>
            <a:ext cx="3932602" cy="3811683"/>
          </a:xfrm>
        </p:spPr>
        <p:txBody>
          <a:bodyPr/>
          <a:lstStyle>
            <a:lvl1pPr marL="0" indent="0">
              <a:buNone/>
              <a:defRPr sz="1600"/>
            </a:lvl1pPr>
            <a:lvl2pPr marL="456565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5709" y="365134"/>
            <a:ext cx="2629144" cy="581198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77" y="365134"/>
            <a:ext cx="7735016" cy="58119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1B183-0F5E-A4B2-0B30-BD162157C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A8FBB-0390-1C3F-2C81-FAD7FC8E8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82219-B489-5B7C-D562-814277BA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EA81F-381F-4775-962C-B746D96B5A1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96BA3-F8A9-4596-9C85-587400185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9387C-E84C-E52C-80E6-03850271B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E1695-F543-4DAE-8796-DB8AB14CD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20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77" y="365134"/>
            <a:ext cx="10516574" cy="1325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77" y="1825670"/>
            <a:ext cx="10516574" cy="4351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77" y="6356508"/>
            <a:ext cx="2743454" cy="365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975" y="6356508"/>
            <a:ext cx="4115181" cy="365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398" y="6356508"/>
            <a:ext cx="2743454" cy="365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5" kern="1200">
          <a:solidFill>
            <a:schemeClr val="tx1"/>
          </a:solidFill>
          <a:latin typeface="+mn-lt"/>
          <a:ea typeface="+mn-ea"/>
          <a:cs typeface="+mn-cs"/>
        </a:defRPr>
      </a:lvl1pPr>
      <a:lvl2pPr marL="686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10" Type="http://schemas.openxmlformats.org/officeDocument/2006/relationships/image" Target="../media/image2.svg"/><Relationship Id="rId4" Type="http://schemas.openxmlformats.org/officeDocument/2006/relationships/image" Target="../media/image4.jpe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10" Type="http://schemas.openxmlformats.org/officeDocument/2006/relationships/image" Target="../media/image2.svg"/><Relationship Id="rId4" Type="http://schemas.openxmlformats.org/officeDocument/2006/relationships/image" Target="../media/image10.jpeg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10" Type="http://schemas.openxmlformats.org/officeDocument/2006/relationships/image" Target="../media/image2.svg"/><Relationship Id="rId4" Type="http://schemas.openxmlformats.org/officeDocument/2006/relationships/image" Target="../media/image16.jpe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10" Type="http://schemas.openxmlformats.org/officeDocument/2006/relationships/image" Target="../media/image2.svg"/><Relationship Id="rId4" Type="http://schemas.openxmlformats.org/officeDocument/2006/relationships/image" Target="../media/image22.jpe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10" Type="http://schemas.openxmlformats.org/officeDocument/2006/relationships/image" Target="../media/image2.svg"/><Relationship Id="rId4" Type="http://schemas.openxmlformats.org/officeDocument/2006/relationships/image" Target="../media/image28.jpe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10" Type="http://schemas.openxmlformats.org/officeDocument/2006/relationships/image" Target="../media/image2.svg"/><Relationship Id="rId4" Type="http://schemas.openxmlformats.org/officeDocument/2006/relationships/image" Target="../media/image34.jpeg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39.jpeg"/><Relationship Id="rId7" Type="http://schemas.openxmlformats.org/officeDocument/2006/relationships/image" Target="../media/image4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10" Type="http://schemas.openxmlformats.org/officeDocument/2006/relationships/image" Target="../media/image2.svg"/><Relationship Id="rId4" Type="http://schemas.openxmlformats.org/officeDocument/2006/relationships/image" Target="../media/image40.jpeg"/><Relationship Id="rId9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eg"/><Relationship Id="rId3" Type="http://schemas.openxmlformats.org/officeDocument/2006/relationships/image" Target="../media/image45.jpg"/><Relationship Id="rId7" Type="http://schemas.openxmlformats.org/officeDocument/2006/relationships/image" Target="../media/image4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jpeg"/><Relationship Id="rId5" Type="http://schemas.openxmlformats.org/officeDocument/2006/relationships/image" Target="../media/image47.jpeg"/><Relationship Id="rId10" Type="http://schemas.openxmlformats.org/officeDocument/2006/relationships/image" Target="../media/image2.svg"/><Relationship Id="rId4" Type="http://schemas.openxmlformats.org/officeDocument/2006/relationships/image" Target="../media/image46.jpeg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eg"/><Relationship Id="rId3" Type="http://schemas.openxmlformats.org/officeDocument/2006/relationships/image" Target="../media/image51.jpg"/><Relationship Id="rId7" Type="http://schemas.openxmlformats.org/officeDocument/2006/relationships/image" Target="../media/image5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jpeg"/><Relationship Id="rId5" Type="http://schemas.openxmlformats.org/officeDocument/2006/relationships/image" Target="../media/image53.jpeg"/><Relationship Id="rId10" Type="http://schemas.openxmlformats.org/officeDocument/2006/relationships/image" Target="../media/image2.svg"/><Relationship Id="rId4" Type="http://schemas.openxmlformats.org/officeDocument/2006/relationships/image" Target="../media/image52.jpeg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jpeg"/><Relationship Id="rId3" Type="http://schemas.openxmlformats.org/officeDocument/2006/relationships/image" Target="../media/image57.jpeg"/><Relationship Id="rId7" Type="http://schemas.openxmlformats.org/officeDocument/2006/relationships/image" Target="../media/image6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jpeg"/><Relationship Id="rId5" Type="http://schemas.openxmlformats.org/officeDocument/2006/relationships/image" Target="../media/image59.jpeg"/><Relationship Id="rId10" Type="http://schemas.openxmlformats.org/officeDocument/2006/relationships/image" Target="../media/image2.svg"/><Relationship Id="rId4" Type="http://schemas.openxmlformats.org/officeDocument/2006/relationships/image" Target="../media/image58.jpeg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A13336-78B2-F7AC-BABF-06D3A8812473}"/>
              </a:ext>
            </a:extLst>
          </p:cNvPr>
          <p:cNvGrpSpPr/>
          <p:nvPr/>
        </p:nvGrpSpPr>
        <p:grpSpPr>
          <a:xfrm>
            <a:off x="2971800" y="2130865"/>
            <a:ext cx="8783201" cy="2137428"/>
            <a:chOff x="2971800" y="2130865"/>
            <a:chExt cx="8783201" cy="2137428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E782C88B-69C8-DE24-50F6-4B54D22D3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68133" y="2130865"/>
              <a:ext cx="4884260" cy="157856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C050A24-7C41-EDF1-60C9-171B40D04DDF}"/>
                </a:ext>
              </a:extLst>
            </p:cNvPr>
            <p:cNvSpPr/>
            <p:nvPr/>
          </p:nvSpPr>
          <p:spPr>
            <a:xfrm>
              <a:off x="2971800" y="3745073"/>
              <a:ext cx="431560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6">
                      <a:lumMod val="75000"/>
                    </a:schemeClr>
                  </a:solidFill>
                  <a:latin typeface="Barlow Medium" panose="00000600000000000000" pitchFamily="2" charset="0"/>
                  <a:cs typeface="Leelawadee UI Semilight" panose="020B0402040204020203" pitchFamily="34" charset="-34"/>
                </a:rPr>
                <a:t>Yên</a:t>
              </a:r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Barlow Medium" panose="00000600000000000000" pitchFamily="2" charset="0"/>
                  <a:cs typeface="Leelawadee UI Semilight" panose="020B0402040204020203" pitchFamily="34" charset="-34"/>
                </a:rPr>
                <a:t> </a:t>
              </a:r>
              <a:r>
                <a:rPr lang="en-US" sz="2000" b="1" dirty="0" err="1">
                  <a:solidFill>
                    <a:schemeClr val="accent6">
                      <a:lumMod val="75000"/>
                    </a:schemeClr>
                  </a:solidFill>
                  <a:latin typeface="Barlow Medium" panose="00000600000000000000" pitchFamily="2" charset="0"/>
                  <a:cs typeface="Leelawadee UI Semilight" panose="020B0402040204020203" pitchFamily="34" charset="-34"/>
                </a:rPr>
                <a:t>Phong</a:t>
              </a:r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Barlow Medium" panose="00000600000000000000" pitchFamily="2" charset="0"/>
                  <a:cs typeface="Leelawadee UI Semilight" panose="020B0402040204020203" pitchFamily="34" charset="-34"/>
                </a:rPr>
                <a:t> </a:t>
              </a:r>
              <a:r>
                <a:rPr lang="vi-VN" sz="2800" b="1" dirty="0">
                  <a:solidFill>
                    <a:schemeClr val="accent6">
                      <a:lumMod val="75000"/>
                    </a:schemeClr>
                  </a:solidFill>
                  <a:latin typeface="Barlow Medium" panose="00000600000000000000" pitchFamily="2" charset="0"/>
                  <a:cs typeface="Leelawadee UI Semilight" panose="020B0402040204020203" pitchFamily="34" charset="-34"/>
                </a:rPr>
                <a:t>202</a:t>
              </a:r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  <a:latin typeface="Barlow Medium" panose="00000600000000000000" pitchFamily="2" charset="0"/>
                  <a:cs typeface="Leelawadee UI Semilight" panose="020B0402040204020203" pitchFamily="34" charset="-34"/>
                </a:rPr>
                <a:t>4</a:t>
              </a:r>
              <a:endParaRPr lang="en-US" sz="2400" b="1" dirty="0">
                <a:solidFill>
                  <a:schemeClr val="accent6">
                    <a:lumMod val="75000"/>
                  </a:schemeClr>
                </a:solidFill>
                <a:latin typeface="Barlow Medium" panose="00000600000000000000" pitchFamily="2" charset="0"/>
                <a:cs typeface="Leelawadee UI Semilight" panose="020B0402040204020203" pitchFamily="34" charset="-34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B74C602-BE7A-0F15-4EF1-116E0F1289B3}"/>
                </a:ext>
              </a:extLst>
            </p:cNvPr>
            <p:cNvSpPr txBox="1"/>
            <p:nvPr/>
          </p:nvSpPr>
          <p:spPr>
            <a:xfrm>
              <a:off x="6165112" y="3895171"/>
              <a:ext cx="5589889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Barlow Light" panose="00000400000000000000" pitchFamily="2" charset="0"/>
                  <a:ea typeface="IBM Plex Sans" panose="020B0503050203000203"/>
                  <a:cs typeface="Viglacera" panose="02000503030000020004" charset="0"/>
                  <a:sym typeface="IBM Plex Sans" panose="020B0503050203000203"/>
                </a:rPr>
                <a:t>PORCELAIN TILES MATT 800x800</a:t>
              </a:r>
              <a:endParaRPr lang="en-US" sz="1500" dirty="0">
                <a:latin typeface="Barlow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9555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EF33447-ABCE-9A70-D124-54D308877BE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9897" y="1474261"/>
            <a:ext cx="5136178" cy="51361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ADA1126-BB33-ED4A-1E48-F8C91A85BACB}"/>
              </a:ext>
            </a:extLst>
          </p:cNvPr>
          <p:cNvSpPr txBox="1"/>
          <p:nvPr/>
        </p:nvSpPr>
        <p:spPr>
          <a:xfrm>
            <a:off x="398659" y="899527"/>
            <a:ext cx="60960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Barlow Medium" panose="00000600000000000000" pitchFamily="2" charset="0"/>
              </a:rPr>
              <a:t>Code: UM801</a:t>
            </a:r>
            <a:br>
              <a:rPr lang="en-US" sz="1800" dirty="0">
                <a:solidFill>
                  <a:schemeClr val="tx1"/>
                </a:solidFill>
                <a:latin typeface="KoHo" panose="00000500000000000000"/>
              </a:rPr>
            </a:b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</a:rPr>
              <a:t>80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  <a:cs typeface="KoHo ExtraLight" panose="00000300000000000000" charset="0"/>
              </a:rPr>
              <a:t>0mm x 800mm/ Semi Porcelain/matt/ 05 face  </a:t>
            </a:r>
            <a:endParaRPr lang="vi-VN" sz="1200" dirty="0">
              <a:solidFill>
                <a:schemeClr val="tx1">
                  <a:lumMod val="50000"/>
                  <a:lumOff val="50000"/>
                </a:schemeClr>
              </a:solidFill>
              <a:latin typeface="Barlow Light" panose="00000400000000000000" pitchFamily="2" charset="0"/>
              <a:cs typeface="KoHo ExtraLight" panose="00000300000000000000" charset="0"/>
            </a:endParaRPr>
          </a:p>
          <a:p>
            <a:endParaRPr lang="en-US" sz="1800" dirty="0">
              <a:solidFill>
                <a:schemeClr val="tx1"/>
              </a:solidFill>
              <a:latin typeface="KoHo" panose="0000050000000000000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CE6225-EDA0-F824-8958-2CDC6E25437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60412" y="1531327"/>
            <a:ext cx="1644771" cy="16447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11D623-2CA4-C054-1CFD-99DCB5C59B3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9397" y="1531326"/>
            <a:ext cx="1644769" cy="16447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FC531D-140A-E560-25E8-4FFC5341E25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98380" y="1531325"/>
            <a:ext cx="1629652" cy="16447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CC6A9D-75CF-E8D5-F65B-A7C05EAC2CED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60411" y="3199690"/>
            <a:ext cx="1644767" cy="16447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B4D54F-7BA1-944F-D378-BDD44A5EEFF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9392" y="3199689"/>
            <a:ext cx="1644767" cy="164476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D50F8D-EA97-D11F-AF8B-6CEA06D68E9A}"/>
              </a:ext>
            </a:extLst>
          </p:cNvPr>
          <p:cNvSpPr/>
          <p:nvPr/>
        </p:nvSpPr>
        <p:spPr>
          <a:xfrm>
            <a:off x="9998381" y="3199688"/>
            <a:ext cx="1629651" cy="1644767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arlow Light" panose="00000400000000000000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99DA3D3-95BA-11B9-002D-85AC52B573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9250" y="299571"/>
            <a:ext cx="1157693" cy="3741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B6D8E8-2980-3B97-C70B-AD88CB17D6B6}"/>
              </a:ext>
            </a:extLst>
          </p:cNvPr>
          <p:cNvCxnSpPr>
            <a:cxnSpLocks/>
          </p:cNvCxnSpPr>
          <p:nvPr/>
        </p:nvCxnSpPr>
        <p:spPr>
          <a:xfrm>
            <a:off x="2476915" y="673731"/>
            <a:ext cx="7915623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6982D3-1EAF-C2C3-92DB-DAD42D4D67F3}"/>
              </a:ext>
            </a:extLst>
          </p:cNvPr>
          <p:cNvSpPr txBox="1"/>
          <p:nvPr/>
        </p:nvSpPr>
        <p:spPr>
          <a:xfrm>
            <a:off x="418186" y="497283"/>
            <a:ext cx="21291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Barlow Medium" panose="00000600000000000000" pitchFamily="2" charset="0"/>
                <a:cs typeface="Leelawadee UI Semilight" panose="020B0402040204020203" pitchFamily="34" charset="-34"/>
              </a:rPr>
              <a:t>800mm x 800mm SEMI PORCELAIN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4C0A911-811F-D166-33CC-4E83CEB2F28C}"/>
              </a:ext>
            </a:extLst>
          </p:cNvPr>
          <p:cNvCxnSpPr>
            <a:cxnSpLocks/>
          </p:cNvCxnSpPr>
          <p:nvPr/>
        </p:nvCxnSpPr>
        <p:spPr>
          <a:xfrm flipH="1">
            <a:off x="9998373" y="3199688"/>
            <a:ext cx="1629659" cy="1644767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31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EF33447-ABCE-9A70-D124-54D308877B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1097" y="1536642"/>
            <a:ext cx="5011415" cy="50114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ADA1126-BB33-ED4A-1E48-F8C91A85BACB}"/>
              </a:ext>
            </a:extLst>
          </p:cNvPr>
          <p:cNvSpPr txBox="1"/>
          <p:nvPr/>
        </p:nvSpPr>
        <p:spPr>
          <a:xfrm>
            <a:off x="398659" y="899527"/>
            <a:ext cx="60960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Barlow Medium" panose="00000600000000000000" pitchFamily="2" charset="0"/>
              </a:rPr>
              <a:t>Code: UM802</a:t>
            </a:r>
            <a:br>
              <a:rPr lang="en-US" sz="1800" dirty="0">
                <a:solidFill>
                  <a:schemeClr val="tx1"/>
                </a:solidFill>
                <a:latin typeface="KoHo" panose="00000500000000000000"/>
              </a:rPr>
            </a:b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</a:rPr>
              <a:t>80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  <a:cs typeface="KoHo ExtraLight" panose="00000300000000000000" charset="0"/>
              </a:rPr>
              <a:t>0mm x 800mm/ Semi Porcelain/matt/ 05 face  </a:t>
            </a:r>
            <a:endParaRPr lang="vi-VN" sz="1200" dirty="0">
              <a:solidFill>
                <a:schemeClr val="tx1">
                  <a:lumMod val="50000"/>
                  <a:lumOff val="50000"/>
                </a:schemeClr>
              </a:solidFill>
              <a:latin typeface="Barlow Light" panose="00000400000000000000" pitchFamily="2" charset="0"/>
              <a:cs typeface="KoHo ExtraLight" panose="00000300000000000000" charset="0"/>
            </a:endParaRPr>
          </a:p>
          <a:p>
            <a:endParaRPr lang="en-US" sz="1800" dirty="0">
              <a:solidFill>
                <a:schemeClr val="tx1"/>
              </a:solidFill>
              <a:latin typeface="KoHo" panose="0000050000000000000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CE6225-EDA0-F824-8958-2CDC6E25437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60412" y="1531327"/>
            <a:ext cx="1644771" cy="16447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11D623-2CA4-C054-1CFD-99DCB5C59B3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9397" y="1531326"/>
            <a:ext cx="1644769" cy="16447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FC531D-140A-E560-25E8-4FFC5341E25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98380" y="1538883"/>
            <a:ext cx="1629652" cy="16296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CC6A9D-75CF-E8D5-F65B-A7C05EAC2CED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60411" y="3199690"/>
            <a:ext cx="1644767" cy="16447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B4D54F-7BA1-944F-D378-BDD44A5EEFF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9392" y="3199689"/>
            <a:ext cx="1644767" cy="164476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D50F8D-EA97-D11F-AF8B-6CEA06D68E9A}"/>
              </a:ext>
            </a:extLst>
          </p:cNvPr>
          <p:cNvSpPr/>
          <p:nvPr/>
        </p:nvSpPr>
        <p:spPr>
          <a:xfrm>
            <a:off x="9998381" y="3199688"/>
            <a:ext cx="1629651" cy="1644767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arlow Light" panose="00000400000000000000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99DA3D3-95BA-11B9-002D-85AC52B573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9250" y="299571"/>
            <a:ext cx="1157693" cy="3741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B6D8E8-2980-3B97-C70B-AD88CB17D6B6}"/>
              </a:ext>
            </a:extLst>
          </p:cNvPr>
          <p:cNvCxnSpPr>
            <a:cxnSpLocks/>
          </p:cNvCxnSpPr>
          <p:nvPr/>
        </p:nvCxnSpPr>
        <p:spPr>
          <a:xfrm>
            <a:off x="2476915" y="673731"/>
            <a:ext cx="7915623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6982D3-1EAF-C2C3-92DB-DAD42D4D67F3}"/>
              </a:ext>
            </a:extLst>
          </p:cNvPr>
          <p:cNvSpPr txBox="1"/>
          <p:nvPr/>
        </p:nvSpPr>
        <p:spPr>
          <a:xfrm>
            <a:off x="418188" y="497283"/>
            <a:ext cx="21291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Barlow Medium" panose="00000600000000000000" pitchFamily="2" charset="0"/>
                <a:cs typeface="Leelawadee UI Semilight" panose="020B0402040204020203" pitchFamily="34" charset="-34"/>
              </a:rPr>
              <a:t>800mm x 800mm SEMI PORCELAIN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E405C7-E1D3-2BC9-F373-2B3D7097677E}"/>
              </a:ext>
            </a:extLst>
          </p:cNvPr>
          <p:cNvCxnSpPr>
            <a:cxnSpLocks/>
          </p:cNvCxnSpPr>
          <p:nvPr/>
        </p:nvCxnSpPr>
        <p:spPr>
          <a:xfrm flipH="1">
            <a:off x="9998373" y="3199688"/>
            <a:ext cx="1629659" cy="1644767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957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EF33447-ABCE-9A70-D124-54D308877BE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2045" y="1536642"/>
            <a:ext cx="5011415" cy="50114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ADA1126-BB33-ED4A-1E48-F8C91A85BACB}"/>
              </a:ext>
            </a:extLst>
          </p:cNvPr>
          <p:cNvSpPr txBox="1"/>
          <p:nvPr/>
        </p:nvSpPr>
        <p:spPr>
          <a:xfrm>
            <a:off x="398659" y="899527"/>
            <a:ext cx="60960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Barlow Medium" panose="00000600000000000000" pitchFamily="2" charset="0"/>
              </a:rPr>
              <a:t>Code: UM803</a:t>
            </a:r>
            <a:br>
              <a:rPr lang="en-US" sz="1800" dirty="0">
                <a:solidFill>
                  <a:schemeClr val="tx1"/>
                </a:solidFill>
                <a:latin typeface="KoHo" panose="00000500000000000000"/>
              </a:rPr>
            </a:b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</a:rPr>
              <a:t>80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  <a:cs typeface="KoHo ExtraLight" panose="00000300000000000000" charset="0"/>
              </a:rPr>
              <a:t>0mm x 800mm/ Semi Porcelain/matt/ 05 face  </a:t>
            </a:r>
            <a:endParaRPr lang="vi-VN" sz="1200" dirty="0">
              <a:solidFill>
                <a:schemeClr val="tx1">
                  <a:lumMod val="50000"/>
                  <a:lumOff val="50000"/>
                </a:schemeClr>
              </a:solidFill>
              <a:latin typeface="Barlow Light" panose="00000400000000000000" pitchFamily="2" charset="0"/>
              <a:cs typeface="KoHo ExtraLight" panose="00000300000000000000" charset="0"/>
            </a:endParaRPr>
          </a:p>
          <a:p>
            <a:endParaRPr lang="en-US" sz="1800" dirty="0">
              <a:solidFill>
                <a:schemeClr val="tx1"/>
              </a:solidFill>
              <a:latin typeface="KoHo" panose="0000050000000000000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01E3AFF-FD11-B828-DA20-BBA7CF467342}"/>
              </a:ext>
            </a:extLst>
          </p:cNvPr>
          <p:cNvGrpSpPr/>
          <p:nvPr/>
        </p:nvGrpSpPr>
        <p:grpSpPr>
          <a:xfrm>
            <a:off x="6660411" y="1531326"/>
            <a:ext cx="4967621" cy="3313131"/>
            <a:chOff x="6660411" y="1531326"/>
            <a:chExt cx="4967621" cy="331313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ACE6225-EDA0-F824-8958-2CDC6E254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660412" y="1531327"/>
              <a:ext cx="1644771" cy="164477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F11D623-2CA4-C054-1CFD-99DCB5C59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329397" y="1531326"/>
              <a:ext cx="1644769" cy="164476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FC531D-140A-E560-25E8-4FFC5341E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998380" y="1538883"/>
              <a:ext cx="1629652" cy="162965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CCC6A9D-75CF-E8D5-F65B-A7C05EAC2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660411" y="3199690"/>
              <a:ext cx="1644767" cy="164476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9B4D54F-7BA1-944F-D378-BDD44A5EE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329392" y="3199689"/>
              <a:ext cx="1644767" cy="1644767"/>
            </a:xfrm>
            <a:prstGeom prst="rect">
              <a:avLst/>
            </a:prstGeom>
          </p:spPr>
        </p:pic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1D50F8D-EA97-D11F-AF8B-6CEA06D68E9A}"/>
              </a:ext>
            </a:extLst>
          </p:cNvPr>
          <p:cNvSpPr/>
          <p:nvPr/>
        </p:nvSpPr>
        <p:spPr>
          <a:xfrm>
            <a:off x="9998381" y="3199688"/>
            <a:ext cx="1629651" cy="1644767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arlow Light" panose="00000400000000000000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99DA3D3-95BA-11B9-002D-85AC52B573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9250" y="299571"/>
            <a:ext cx="1157693" cy="3741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B6D8E8-2980-3B97-C70B-AD88CB17D6B6}"/>
              </a:ext>
            </a:extLst>
          </p:cNvPr>
          <p:cNvCxnSpPr>
            <a:cxnSpLocks/>
          </p:cNvCxnSpPr>
          <p:nvPr/>
        </p:nvCxnSpPr>
        <p:spPr>
          <a:xfrm>
            <a:off x="2476915" y="673731"/>
            <a:ext cx="7915623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6982D3-1EAF-C2C3-92DB-DAD42D4D67F3}"/>
              </a:ext>
            </a:extLst>
          </p:cNvPr>
          <p:cNvSpPr txBox="1"/>
          <p:nvPr/>
        </p:nvSpPr>
        <p:spPr>
          <a:xfrm>
            <a:off x="418188" y="497283"/>
            <a:ext cx="21291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Barlow Medium" panose="00000600000000000000" pitchFamily="2" charset="0"/>
                <a:cs typeface="Leelawadee UI Semilight" panose="020B0402040204020203" pitchFamily="34" charset="-34"/>
              </a:rPr>
              <a:t>800mm x 800mm SEMI PORCELAIN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65D219-E100-DEEB-4075-D3DFC54CD738}"/>
              </a:ext>
            </a:extLst>
          </p:cNvPr>
          <p:cNvCxnSpPr>
            <a:cxnSpLocks/>
          </p:cNvCxnSpPr>
          <p:nvPr/>
        </p:nvCxnSpPr>
        <p:spPr>
          <a:xfrm flipH="1">
            <a:off x="9998373" y="3199688"/>
            <a:ext cx="1629659" cy="1644767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936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EF33447-ABCE-9A70-D124-54D308877BE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997" y="1536642"/>
            <a:ext cx="5011415" cy="50114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ADA1126-BB33-ED4A-1E48-F8C91A85BACB}"/>
              </a:ext>
            </a:extLst>
          </p:cNvPr>
          <p:cNvSpPr txBox="1"/>
          <p:nvPr/>
        </p:nvSpPr>
        <p:spPr>
          <a:xfrm>
            <a:off x="398659" y="899527"/>
            <a:ext cx="60960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Barlow Medium" panose="00000600000000000000" pitchFamily="2" charset="0"/>
              </a:rPr>
              <a:t>Code: UM804</a:t>
            </a:r>
            <a:br>
              <a:rPr lang="en-US" sz="1800" dirty="0">
                <a:solidFill>
                  <a:schemeClr val="tx1"/>
                </a:solidFill>
                <a:latin typeface="KoHo" panose="00000500000000000000"/>
              </a:rPr>
            </a:b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</a:rPr>
              <a:t>80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  <a:cs typeface="KoHo ExtraLight" panose="00000300000000000000" charset="0"/>
              </a:rPr>
              <a:t>0mm x 800mm/ Semi Porcelain/matt/ 05 face  </a:t>
            </a:r>
            <a:endParaRPr lang="vi-VN" sz="1200" dirty="0">
              <a:solidFill>
                <a:schemeClr val="tx1">
                  <a:lumMod val="50000"/>
                  <a:lumOff val="50000"/>
                </a:schemeClr>
              </a:solidFill>
              <a:latin typeface="Barlow Light" panose="00000400000000000000" pitchFamily="2" charset="0"/>
              <a:cs typeface="KoHo ExtraLight" panose="00000300000000000000" charset="0"/>
            </a:endParaRPr>
          </a:p>
          <a:p>
            <a:endParaRPr lang="en-US" sz="1800" dirty="0">
              <a:solidFill>
                <a:schemeClr val="tx1"/>
              </a:solidFill>
              <a:latin typeface="KoHo" panose="0000050000000000000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C4658B3-F98E-9691-262C-07978A16B9FD}"/>
              </a:ext>
            </a:extLst>
          </p:cNvPr>
          <p:cNvGrpSpPr/>
          <p:nvPr/>
        </p:nvGrpSpPr>
        <p:grpSpPr>
          <a:xfrm>
            <a:off x="6660411" y="1531326"/>
            <a:ext cx="4967621" cy="3313131"/>
            <a:chOff x="6660411" y="1531326"/>
            <a:chExt cx="4967621" cy="3313131"/>
          </a:xfrm>
          <a:effectLst>
            <a:outerShdw blurRad="50800" dist="38100" dir="2700000" algn="tl" rotWithShape="0">
              <a:schemeClr val="tx1">
                <a:lumMod val="85000"/>
                <a:lumOff val="15000"/>
                <a:alpha val="40000"/>
              </a:schemeClr>
            </a:outerShdw>
          </a:effectLst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ACE6225-EDA0-F824-8958-2CDC6E254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660412" y="1531327"/>
              <a:ext cx="1644771" cy="164477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F11D623-2CA4-C054-1CFD-99DCB5C59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329397" y="1531326"/>
              <a:ext cx="1644769" cy="164476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FC531D-140A-E560-25E8-4FFC5341E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998380" y="1538883"/>
              <a:ext cx="1629652" cy="162965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CCC6A9D-75CF-E8D5-F65B-A7C05EAC2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660411" y="3199690"/>
              <a:ext cx="1644767" cy="164476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9B4D54F-7BA1-944F-D378-BDD44A5EE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329392" y="3199689"/>
              <a:ext cx="1644767" cy="1644767"/>
            </a:xfrm>
            <a:prstGeom prst="rect">
              <a:avLst/>
            </a:prstGeom>
          </p:spPr>
        </p:pic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1D50F8D-EA97-D11F-AF8B-6CEA06D68E9A}"/>
              </a:ext>
            </a:extLst>
          </p:cNvPr>
          <p:cNvSpPr/>
          <p:nvPr/>
        </p:nvSpPr>
        <p:spPr>
          <a:xfrm>
            <a:off x="9998381" y="3199688"/>
            <a:ext cx="1629651" cy="1644767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arlow Light" panose="00000400000000000000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99DA3D3-95BA-11B9-002D-85AC52B573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9250" y="299571"/>
            <a:ext cx="1157693" cy="3741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B6D8E8-2980-3B97-C70B-AD88CB17D6B6}"/>
              </a:ext>
            </a:extLst>
          </p:cNvPr>
          <p:cNvCxnSpPr>
            <a:cxnSpLocks/>
          </p:cNvCxnSpPr>
          <p:nvPr/>
        </p:nvCxnSpPr>
        <p:spPr>
          <a:xfrm>
            <a:off x="2476915" y="673731"/>
            <a:ext cx="7915623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6982D3-1EAF-C2C3-92DB-DAD42D4D67F3}"/>
              </a:ext>
            </a:extLst>
          </p:cNvPr>
          <p:cNvSpPr txBox="1"/>
          <p:nvPr/>
        </p:nvSpPr>
        <p:spPr>
          <a:xfrm>
            <a:off x="407236" y="497283"/>
            <a:ext cx="21291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Barlow Medium" panose="00000600000000000000" pitchFamily="2" charset="0"/>
                <a:cs typeface="Leelawadee UI Semilight" panose="020B0402040204020203" pitchFamily="34" charset="-34"/>
              </a:rPr>
              <a:t>800mm x 800mm SEMI PORCELAIN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30B974-6206-9044-A019-DF4C9B090578}"/>
              </a:ext>
            </a:extLst>
          </p:cNvPr>
          <p:cNvCxnSpPr>
            <a:cxnSpLocks/>
          </p:cNvCxnSpPr>
          <p:nvPr/>
        </p:nvCxnSpPr>
        <p:spPr>
          <a:xfrm flipH="1">
            <a:off x="9998373" y="3199688"/>
            <a:ext cx="1629659" cy="1644767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36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EF33447-ABCE-9A70-D124-54D308877BE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2045" y="1536642"/>
            <a:ext cx="5011415" cy="50114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ADA1126-BB33-ED4A-1E48-F8C91A85BACB}"/>
              </a:ext>
            </a:extLst>
          </p:cNvPr>
          <p:cNvSpPr txBox="1"/>
          <p:nvPr/>
        </p:nvSpPr>
        <p:spPr>
          <a:xfrm>
            <a:off x="398659" y="899527"/>
            <a:ext cx="60960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Barlow Medium" panose="00000600000000000000" pitchFamily="2" charset="0"/>
              </a:rPr>
              <a:t>Code: UM805</a:t>
            </a:r>
            <a:br>
              <a:rPr lang="en-US" sz="1800" dirty="0">
                <a:solidFill>
                  <a:schemeClr val="tx1"/>
                </a:solidFill>
                <a:latin typeface="KoHo" panose="00000500000000000000"/>
              </a:rPr>
            </a:b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</a:rPr>
              <a:t>80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  <a:cs typeface="KoHo ExtraLight" panose="00000300000000000000" charset="0"/>
              </a:rPr>
              <a:t>0mm x 800mm/ Semi Porcelain/matt/ 05 face  </a:t>
            </a:r>
            <a:endParaRPr lang="vi-VN" sz="1200" dirty="0">
              <a:solidFill>
                <a:schemeClr val="tx1">
                  <a:lumMod val="50000"/>
                  <a:lumOff val="50000"/>
                </a:schemeClr>
              </a:solidFill>
              <a:latin typeface="Barlow Light" panose="00000400000000000000" pitchFamily="2" charset="0"/>
              <a:cs typeface="KoHo ExtraLight" panose="00000300000000000000" charset="0"/>
            </a:endParaRPr>
          </a:p>
          <a:p>
            <a:endParaRPr lang="en-US" sz="1800" dirty="0">
              <a:solidFill>
                <a:schemeClr val="tx1"/>
              </a:solidFill>
              <a:latin typeface="KoHo" panose="0000050000000000000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CE6225-EDA0-F824-8958-2CDC6E25437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60412" y="1531327"/>
            <a:ext cx="1644771" cy="16447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11D623-2CA4-C054-1CFD-99DCB5C59B3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9397" y="1531326"/>
            <a:ext cx="1644769" cy="16447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FC531D-140A-E560-25E8-4FFC5341E25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98380" y="1538883"/>
            <a:ext cx="1629652" cy="16296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CC6A9D-75CF-E8D5-F65B-A7C05EAC2CED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60411" y="3199690"/>
            <a:ext cx="1644767" cy="16447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B4D54F-7BA1-944F-D378-BDD44A5EEFF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9392" y="3199689"/>
            <a:ext cx="1644767" cy="164476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D50F8D-EA97-D11F-AF8B-6CEA06D68E9A}"/>
              </a:ext>
            </a:extLst>
          </p:cNvPr>
          <p:cNvSpPr/>
          <p:nvPr/>
        </p:nvSpPr>
        <p:spPr>
          <a:xfrm>
            <a:off x="9998381" y="3199688"/>
            <a:ext cx="1629651" cy="1644767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arlow Light" panose="00000400000000000000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99DA3D3-95BA-11B9-002D-85AC52B573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9250" y="299571"/>
            <a:ext cx="1157693" cy="3741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B6D8E8-2980-3B97-C70B-AD88CB17D6B6}"/>
              </a:ext>
            </a:extLst>
          </p:cNvPr>
          <p:cNvCxnSpPr>
            <a:cxnSpLocks/>
          </p:cNvCxnSpPr>
          <p:nvPr/>
        </p:nvCxnSpPr>
        <p:spPr>
          <a:xfrm>
            <a:off x="2476915" y="673731"/>
            <a:ext cx="7915623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6982D3-1EAF-C2C3-92DB-DAD42D4D67F3}"/>
              </a:ext>
            </a:extLst>
          </p:cNvPr>
          <p:cNvSpPr txBox="1"/>
          <p:nvPr/>
        </p:nvSpPr>
        <p:spPr>
          <a:xfrm>
            <a:off x="423669" y="497283"/>
            <a:ext cx="21291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Barlow Medium" panose="00000600000000000000" pitchFamily="2" charset="0"/>
                <a:cs typeface="Leelawadee UI Semilight" panose="020B0402040204020203" pitchFamily="34" charset="-34"/>
              </a:rPr>
              <a:t>800mm x 800mm SEMI PORCELAIN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84B84D-84B2-6DD0-F831-47C7F11BBB4C}"/>
              </a:ext>
            </a:extLst>
          </p:cNvPr>
          <p:cNvCxnSpPr>
            <a:cxnSpLocks/>
          </p:cNvCxnSpPr>
          <p:nvPr/>
        </p:nvCxnSpPr>
        <p:spPr>
          <a:xfrm flipH="1">
            <a:off x="9998373" y="3199688"/>
            <a:ext cx="1629659" cy="1644767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301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EF33447-ABCE-9A70-D124-54D308877B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2045" y="1536642"/>
            <a:ext cx="5011415" cy="50114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ADA1126-BB33-ED4A-1E48-F8C91A85BACB}"/>
              </a:ext>
            </a:extLst>
          </p:cNvPr>
          <p:cNvSpPr txBox="1"/>
          <p:nvPr/>
        </p:nvSpPr>
        <p:spPr>
          <a:xfrm>
            <a:off x="398659" y="899527"/>
            <a:ext cx="60960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Barlow Medium" panose="00000600000000000000" pitchFamily="2" charset="0"/>
              </a:rPr>
              <a:t>Code: UM821</a:t>
            </a:r>
            <a:br>
              <a:rPr lang="en-US" sz="1800" dirty="0">
                <a:solidFill>
                  <a:schemeClr val="tx1"/>
                </a:solidFill>
                <a:latin typeface="KoHo" panose="00000500000000000000"/>
              </a:rPr>
            </a:b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</a:rPr>
              <a:t>80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  <a:cs typeface="KoHo ExtraLight" panose="00000300000000000000" charset="0"/>
              </a:rPr>
              <a:t>0mm x 800mm/ Semi Porcelain/matt/ 05 face  </a:t>
            </a:r>
            <a:endParaRPr lang="vi-VN" sz="1200" dirty="0">
              <a:solidFill>
                <a:schemeClr val="tx1">
                  <a:lumMod val="50000"/>
                  <a:lumOff val="50000"/>
                </a:schemeClr>
              </a:solidFill>
              <a:latin typeface="Barlow Light" panose="00000400000000000000" pitchFamily="2" charset="0"/>
              <a:cs typeface="KoHo ExtraLight" panose="00000300000000000000" charset="0"/>
            </a:endParaRPr>
          </a:p>
          <a:p>
            <a:endParaRPr lang="en-US" sz="1800" dirty="0">
              <a:solidFill>
                <a:schemeClr val="tx1"/>
              </a:solidFill>
              <a:latin typeface="KoHo" panose="0000050000000000000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CE6225-EDA0-F824-8958-2CDC6E2543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0412" y="1531327"/>
            <a:ext cx="1644771" cy="16447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11D623-2CA4-C054-1CFD-99DCB5C59B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9397" y="1531326"/>
            <a:ext cx="1644769" cy="16447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FC531D-140A-E560-25E8-4FFC5341E25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98380" y="1538883"/>
            <a:ext cx="1629652" cy="16296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CC6A9D-75CF-E8D5-F65B-A7C05EAC2CE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0411" y="3199690"/>
            <a:ext cx="1644767" cy="16447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B4D54F-7BA1-944F-D378-BDD44A5EEFF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9392" y="3199689"/>
            <a:ext cx="1644767" cy="164476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D50F8D-EA97-D11F-AF8B-6CEA06D68E9A}"/>
              </a:ext>
            </a:extLst>
          </p:cNvPr>
          <p:cNvSpPr/>
          <p:nvPr/>
        </p:nvSpPr>
        <p:spPr>
          <a:xfrm>
            <a:off x="9998381" y="3199688"/>
            <a:ext cx="1629651" cy="1644767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arlow Light" panose="00000400000000000000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99DA3D3-95BA-11B9-002D-85AC52B573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9250" y="299571"/>
            <a:ext cx="1157693" cy="3741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B6D8E8-2980-3B97-C70B-AD88CB17D6B6}"/>
              </a:ext>
            </a:extLst>
          </p:cNvPr>
          <p:cNvCxnSpPr>
            <a:cxnSpLocks/>
          </p:cNvCxnSpPr>
          <p:nvPr/>
        </p:nvCxnSpPr>
        <p:spPr>
          <a:xfrm>
            <a:off x="2476915" y="673731"/>
            <a:ext cx="7915623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6982D3-1EAF-C2C3-92DB-DAD42D4D67F3}"/>
              </a:ext>
            </a:extLst>
          </p:cNvPr>
          <p:cNvSpPr txBox="1"/>
          <p:nvPr/>
        </p:nvSpPr>
        <p:spPr>
          <a:xfrm>
            <a:off x="423661" y="497283"/>
            <a:ext cx="21291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Barlow Medium" panose="00000600000000000000" pitchFamily="2" charset="0"/>
                <a:cs typeface="Leelawadee UI Semilight" panose="020B0402040204020203" pitchFamily="34" charset="-34"/>
              </a:rPr>
              <a:t>800mm x 800mm SEMI PORCELAIN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0F1AD1-8C8F-E803-5107-112D81D316FA}"/>
              </a:ext>
            </a:extLst>
          </p:cNvPr>
          <p:cNvCxnSpPr>
            <a:cxnSpLocks/>
          </p:cNvCxnSpPr>
          <p:nvPr/>
        </p:nvCxnSpPr>
        <p:spPr>
          <a:xfrm flipH="1">
            <a:off x="9998373" y="3199688"/>
            <a:ext cx="1629659" cy="1644767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639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EF33447-ABCE-9A70-D124-54D308877B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520" y="1536642"/>
            <a:ext cx="5011415" cy="50114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ADA1126-BB33-ED4A-1E48-F8C91A85BACB}"/>
              </a:ext>
            </a:extLst>
          </p:cNvPr>
          <p:cNvSpPr txBox="1"/>
          <p:nvPr/>
        </p:nvSpPr>
        <p:spPr>
          <a:xfrm>
            <a:off x="398659" y="899527"/>
            <a:ext cx="60960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Barlow Medium" panose="00000600000000000000" pitchFamily="2" charset="0"/>
              </a:rPr>
              <a:t>Code: UM822</a:t>
            </a:r>
            <a:br>
              <a:rPr lang="en-US" sz="1800" dirty="0">
                <a:solidFill>
                  <a:schemeClr val="tx1"/>
                </a:solidFill>
                <a:latin typeface="KoHo" panose="00000500000000000000"/>
              </a:rPr>
            </a:b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</a:rPr>
              <a:t>80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  <a:cs typeface="KoHo ExtraLight" panose="00000300000000000000" charset="0"/>
              </a:rPr>
              <a:t>0mm x 800mm/ Semi Porcelain/matt/ 05 face  </a:t>
            </a:r>
            <a:endParaRPr lang="vi-VN" sz="1200" dirty="0">
              <a:solidFill>
                <a:schemeClr val="tx1">
                  <a:lumMod val="50000"/>
                  <a:lumOff val="50000"/>
                </a:schemeClr>
              </a:solidFill>
              <a:latin typeface="Barlow Light" panose="00000400000000000000" pitchFamily="2" charset="0"/>
              <a:cs typeface="KoHo ExtraLight" panose="00000300000000000000" charset="0"/>
            </a:endParaRPr>
          </a:p>
          <a:p>
            <a:endParaRPr lang="en-US" sz="1800" dirty="0">
              <a:solidFill>
                <a:schemeClr val="tx1"/>
              </a:solidFill>
              <a:latin typeface="KoHo" panose="0000050000000000000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CE6225-EDA0-F824-8958-2CDC6E2543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0412" y="1531327"/>
            <a:ext cx="1644771" cy="16447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11D623-2CA4-C054-1CFD-99DCB5C59B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9397" y="1531326"/>
            <a:ext cx="1644769" cy="16447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FC531D-140A-E560-25E8-4FFC5341E25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98380" y="1538883"/>
            <a:ext cx="1629652" cy="16296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CC6A9D-75CF-E8D5-F65B-A7C05EAC2CE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0411" y="3199690"/>
            <a:ext cx="1644767" cy="16447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B4D54F-7BA1-944F-D378-BDD44A5EEFF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9392" y="3199689"/>
            <a:ext cx="1644767" cy="164476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D50F8D-EA97-D11F-AF8B-6CEA06D68E9A}"/>
              </a:ext>
            </a:extLst>
          </p:cNvPr>
          <p:cNvSpPr/>
          <p:nvPr/>
        </p:nvSpPr>
        <p:spPr>
          <a:xfrm>
            <a:off x="9998381" y="3199688"/>
            <a:ext cx="1629651" cy="1644767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arlow Light" panose="00000400000000000000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99DA3D3-95BA-11B9-002D-85AC52B573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9250" y="299571"/>
            <a:ext cx="1157693" cy="3741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B6D8E8-2980-3B97-C70B-AD88CB17D6B6}"/>
              </a:ext>
            </a:extLst>
          </p:cNvPr>
          <p:cNvCxnSpPr>
            <a:cxnSpLocks/>
          </p:cNvCxnSpPr>
          <p:nvPr/>
        </p:nvCxnSpPr>
        <p:spPr>
          <a:xfrm>
            <a:off x="2476915" y="673731"/>
            <a:ext cx="7915623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6982D3-1EAF-C2C3-92DB-DAD42D4D67F3}"/>
              </a:ext>
            </a:extLst>
          </p:cNvPr>
          <p:cNvSpPr txBox="1"/>
          <p:nvPr/>
        </p:nvSpPr>
        <p:spPr>
          <a:xfrm>
            <a:off x="423661" y="497283"/>
            <a:ext cx="21291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Barlow Medium" panose="00000600000000000000" pitchFamily="2" charset="0"/>
                <a:cs typeface="Leelawadee UI Semilight" panose="020B0402040204020203" pitchFamily="34" charset="-34"/>
              </a:rPr>
              <a:t>800mm x 800mm SEMI PORCELAIN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27A865-F89D-74A0-852E-0247A0E6E068}"/>
              </a:ext>
            </a:extLst>
          </p:cNvPr>
          <p:cNvCxnSpPr>
            <a:cxnSpLocks/>
          </p:cNvCxnSpPr>
          <p:nvPr/>
        </p:nvCxnSpPr>
        <p:spPr>
          <a:xfrm flipH="1">
            <a:off x="9998373" y="3199688"/>
            <a:ext cx="1629659" cy="1644767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965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EF33447-ABCE-9A70-D124-54D308877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997" y="1536642"/>
            <a:ext cx="5011415" cy="50114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ADA1126-BB33-ED4A-1E48-F8C91A85BACB}"/>
              </a:ext>
            </a:extLst>
          </p:cNvPr>
          <p:cNvSpPr txBox="1"/>
          <p:nvPr/>
        </p:nvSpPr>
        <p:spPr>
          <a:xfrm>
            <a:off x="398659" y="899527"/>
            <a:ext cx="60960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Barlow Medium" panose="00000600000000000000" pitchFamily="2" charset="0"/>
              </a:rPr>
              <a:t>Code: UM823</a:t>
            </a:r>
            <a:br>
              <a:rPr lang="en-US" sz="1800" dirty="0">
                <a:solidFill>
                  <a:schemeClr val="tx1"/>
                </a:solidFill>
                <a:latin typeface="KoHo" panose="00000500000000000000"/>
              </a:rPr>
            </a:b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</a:rPr>
              <a:t>80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  <a:cs typeface="KoHo ExtraLight" panose="00000300000000000000" charset="0"/>
              </a:rPr>
              <a:t>0mm x 800mm/ Semi Porcelain/matt/ 05 face  </a:t>
            </a:r>
            <a:endParaRPr lang="vi-VN" sz="1200" dirty="0">
              <a:solidFill>
                <a:schemeClr val="tx1">
                  <a:lumMod val="50000"/>
                  <a:lumOff val="50000"/>
                </a:schemeClr>
              </a:solidFill>
              <a:latin typeface="Barlow Light" panose="00000400000000000000" pitchFamily="2" charset="0"/>
              <a:cs typeface="KoHo ExtraLight" panose="00000300000000000000" charset="0"/>
            </a:endParaRPr>
          </a:p>
          <a:p>
            <a:endParaRPr lang="en-US" sz="1800" dirty="0">
              <a:solidFill>
                <a:schemeClr val="tx1"/>
              </a:solidFill>
              <a:latin typeface="KoHo" panose="0000050000000000000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CE6225-EDA0-F824-8958-2CDC6E2543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0412" y="1531327"/>
            <a:ext cx="1644771" cy="16447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11D623-2CA4-C054-1CFD-99DCB5C59B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9397" y="1531326"/>
            <a:ext cx="1644769" cy="16447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FC531D-140A-E560-25E8-4FFC5341E25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98380" y="1538883"/>
            <a:ext cx="1629652" cy="16296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CC6A9D-75CF-E8D5-F65B-A7C05EAC2CE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0411" y="3199690"/>
            <a:ext cx="1644767" cy="16447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B4D54F-7BA1-944F-D378-BDD44A5EEFF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9392" y="3199689"/>
            <a:ext cx="1644767" cy="164476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D50F8D-EA97-D11F-AF8B-6CEA06D68E9A}"/>
              </a:ext>
            </a:extLst>
          </p:cNvPr>
          <p:cNvSpPr/>
          <p:nvPr/>
        </p:nvSpPr>
        <p:spPr>
          <a:xfrm>
            <a:off x="9998381" y="3199688"/>
            <a:ext cx="1629651" cy="1644767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arlow Light" panose="00000400000000000000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99DA3D3-95BA-11B9-002D-85AC52B573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9250" y="299571"/>
            <a:ext cx="1157693" cy="3741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B6D8E8-2980-3B97-C70B-AD88CB17D6B6}"/>
              </a:ext>
            </a:extLst>
          </p:cNvPr>
          <p:cNvCxnSpPr>
            <a:cxnSpLocks/>
          </p:cNvCxnSpPr>
          <p:nvPr/>
        </p:nvCxnSpPr>
        <p:spPr>
          <a:xfrm>
            <a:off x="2476915" y="673731"/>
            <a:ext cx="7915623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6982D3-1EAF-C2C3-92DB-DAD42D4D67F3}"/>
              </a:ext>
            </a:extLst>
          </p:cNvPr>
          <p:cNvSpPr txBox="1"/>
          <p:nvPr/>
        </p:nvSpPr>
        <p:spPr>
          <a:xfrm>
            <a:off x="423661" y="497283"/>
            <a:ext cx="21291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Barlow Medium" panose="00000600000000000000" pitchFamily="2" charset="0"/>
                <a:cs typeface="Leelawadee UI Semilight" panose="020B0402040204020203" pitchFamily="34" charset="-34"/>
              </a:rPr>
              <a:t>800mm x 800mm SEMI PORCELAIN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7F0C13-3210-7EEC-6198-3722271E20DC}"/>
              </a:ext>
            </a:extLst>
          </p:cNvPr>
          <p:cNvCxnSpPr>
            <a:cxnSpLocks/>
          </p:cNvCxnSpPr>
          <p:nvPr/>
        </p:nvCxnSpPr>
        <p:spPr>
          <a:xfrm flipH="1">
            <a:off x="9998373" y="3199688"/>
            <a:ext cx="1629659" cy="1644767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288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EF33447-ABCE-9A70-D124-54D308877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570" y="1536642"/>
            <a:ext cx="5011415" cy="50114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ADA1126-BB33-ED4A-1E48-F8C91A85BACB}"/>
              </a:ext>
            </a:extLst>
          </p:cNvPr>
          <p:cNvSpPr txBox="1"/>
          <p:nvPr/>
        </p:nvSpPr>
        <p:spPr>
          <a:xfrm>
            <a:off x="398659" y="899527"/>
            <a:ext cx="60960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Barlow Medium" panose="00000600000000000000" pitchFamily="2" charset="0"/>
              </a:rPr>
              <a:t>Code: UM824</a:t>
            </a:r>
            <a:br>
              <a:rPr lang="en-US" sz="1800" dirty="0">
                <a:solidFill>
                  <a:schemeClr val="tx1"/>
                </a:solidFill>
                <a:latin typeface="KoHo" panose="00000500000000000000"/>
              </a:rPr>
            </a:b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</a:rPr>
              <a:t>80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  <a:cs typeface="KoHo ExtraLight" panose="00000300000000000000" charset="0"/>
              </a:rPr>
              <a:t>0mm x 800mm/ Semi Porcelain/matt/ 05 face  </a:t>
            </a:r>
            <a:endParaRPr lang="vi-VN" sz="1200" dirty="0">
              <a:solidFill>
                <a:schemeClr val="tx1">
                  <a:lumMod val="50000"/>
                  <a:lumOff val="50000"/>
                </a:schemeClr>
              </a:solidFill>
              <a:latin typeface="Barlow Light" panose="00000400000000000000" pitchFamily="2" charset="0"/>
              <a:cs typeface="KoHo ExtraLight" panose="00000300000000000000" charset="0"/>
            </a:endParaRPr>
          </a:p>
          <a:p>
            <a:endParaRPr lang="en-US" sz="1800" dirty="0">
              <a:solidFill>
                <a:schemeClr val="tx1"/>
              </a:solidFill>
              <a:latin typeface="KoHo" panose="0000050000000000000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B80324B-B9EB-32AF-6C79-52F13DB4BAC9}"/>
              </a:ext>
            </a:extLst>
          </p:cNvPr>
          <p:cNvGrpSpPr/>
          <p:nvPr/>
        </p:nvGrpSpPr>
        <p:grpSpPr>
          <a:xfrm>
            <a:off x="6660411" y="1531326"/>
            <a:ext cx="4967621" cy="3313131"/>
            <a:chOff x="6660411" y="1531326"/>
            <a:chExt cx="4967621" cy="3313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ACE6225-EDA0-F824-8958-2CDC6E254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60412" y="1531327"/>
              <a:ext cx="1644771" cy="164477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F11D623-2CA4-C054-1CFD-99DCB5C59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29397" y="1531326"/>
              <a:ext cx="1644769" cy="164476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FC531D-140A-E560-25E8-4FFC5341E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98380" y="1538883"/>
              <a:ext cx="1629652" cy="162965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CCC6A9D-75CF-E8D5-F65B-A7C05EAC2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60411" y="3199690"/>
              <a:ext cx="1644767" cy="164476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9B4D54F-7BA1-944F-D378-BDD44A5EE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29392" y="3199689"/>
              <a:ext cx="1644767" cy="1644767"/>
            </a:xfrm>
            <a:prstGeom prst="rect">
              <a:avLst/>
            </a:prstGeom>
          </p:spPr>
        </p:pic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1D50F8D-EA97-D11F-AF8B-6CEA06D68E9A}"/>
              </a:ext>
            </a:extLst>
          </p:cNvPr>
          <p:cNvSpPr/>
          <p:nvPr/>
        </p:nvSpPr>
        <p:spPr>
          <a:xfrm>
            <a:off x="9998381" y="3199688"/>
            <a:ext cx="1629651" cy="1644767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arlow Light" panose="00000400000000000000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99DA3D3-95BA-11B9-002D-85AC52B573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9250" y="299571"/>
            <a:ext cx="1157693" cy="3741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B6D8E8-2980-3B97-C70B-AD88CB17D6B6}"/>
              </a:ext>
            </a:extLst>
          </p:cNvPr>
          <p:cNvCxnSpPr>
            <a:cxnSpLocks/>
          </p:cNvCxnSpPr>
          <p:nvPr/>
        </p:nvCxnSpPr>
        <p:spPr>
          <a:xfrm>
            <a:off x="2476915" y="673731"/>
            <a:ext cx="7915623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6982D3-1EAF-C2C3-92DB-DAD42D4D67F3}"/>
              </a:ext>
            </a:extLst>
          </p:cNvPr>
          <p:cNvSpPr txBox="1"/>
          <p:nvPr/>
        </p:nvSpPr>
        <p:spPr>
          <a:xfrm>
            <a:off x="407236" y="497283"/>
            <a:ext cx="21291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Barlow Medium" panose="00000600000000000000" pitchFamily="2" charset="0"/>
                <a:cs typeface="Leelawadee UI Semilight" panose="020B0402040204020203" pitchFamily="34" charset="-34"/>
              </a:rPr>
              <a:t>800mm x 800mm SEMI PORCELAIN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3EDF60-AE29-0BD0-D7EF-DA001490104F}"/>
              </a:ext>
            </a:extLst>
          </p:cNvPr>
          <p:cNvCxnSpPr>
            <a:cxnSpLocks/>
          </p:cNvCxnSpPr>
          <p:nvPr/>
        </p:nvCxnSpPr>
        <p:spPr>
          <a:xfrm flipH="1">
            <a:off x="9998373" y="3199688"/>
            <a:ext cx="1629659" cy="1644767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975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EF33447-ABCE-9A70-D124-54D308877B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8474" y="1536642"/>
            <a:ext cx="5011415" cy="50114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ADA1126-BB33-ED4A-1E48-F8C91A85BACB}"/>
              </a:ext>
            </a:extLst>
          </p:cNvPr>
          <p:cNvSpPr txBox="1"/>
          <p:nvPr/>
        </p:nvSpPr>
        <p:spPr>
          <a:xfrm>
            <a:off x="398659" y="899527"/>
            <a:ext cx="60960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Barlow Medium" panose="00000600000000000000" pitchFamily="2" charset="0"/>
              </a:rPr>
              <a:t>Code: UM825</a:t>
            </a:r>
            <a:br>
              <a:rPr lang="en-US" sz="1800" dirty="0">
                <a:solidFill>
                  <a:schemeClr val="tx1"/>
                </a:solidFill>
                <a:latin typeface="KoHo" panose="00000500000000000000"/>
              </a:rPr>
            </a:b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</a:rPr>
              <a:t>80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anose="00000400000000000000" pitchFamily="2" charset="0"/>
                <a:cs typeface="KoHo ExtraLight" panose="00000300000000000000" charset="0"/>
              </a:rPr>
              <a:t>0mm x 800mm/ Semi Porcelain/matt/ 05 face  </a:t>
            </a:r>
            <a:endParaRPr lang="vi-VN" sz="1200" dirty="0">
              <a:solidFill>
                <a:schemeClr val="tx1">
                  <a:lumMod val="50000"/>
                  <a:lumOff val="50000"/>
                </a:schemeClr>
              </a:solidFill>
              <a:latin typeface="Barlow Light" panose="00000400000000000000" pitchFamily="2" charset="0"/>
              <a:cs typeface="KoHo ExtraLight" panose="00000300000000000000" charset="0"/>
            </a:endParaRPr>
          </a:p>
          <a:p>
            <a:endParaRPr lang="en-US" sz="1800" dirty="0">
              <a:solidFill>
                <a:schemeClr val="tx1"/>
              </a:solidFill>
              <a:latin typeface="KoHo" panose="0000050000000000000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72EFBCE-5192-600F-FFB1-7AD06EC29BCC}"/>
              </a:ext>
            </a:extLst>
          </p:cNvPr>
          <p:cNvGrpSpPr/>
          <p:nvPr/>
        </p:nvGrpSpPr>
        <p:grpSpPr>
          <a:xfrm>
            <a:off x="6660411" y="1531326"/>
            <a:ext cx="4967621" cy="3313131"/>
            <a:chOff x="6660411" y="1531326"/>
            <a:chExt cx="4967621" cy="3313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ACE6225-EDA0-F824-8958-2CDC6E254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60412" y="1531327"/>
              <a:ext cx="1644771" cy="164477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F11D623-2CA4-C054-1CFD-99DCB5C59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29397" y="1531326"/>
              <a:ext cx="1644769" cy="164476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FC531D-140A-E560-25E8-4FFC5341E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98380" y="1538883"/>
              <a:ext cx="1629652" cy="162965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CCC6A9D-75CF-E8D5-F65B-A7C05EAC2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60411" y="3199690"/>
              <a:ext cx="1644767" cy="164476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9B4D54F-7BA1-944F-D378-BDD44A5EE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29392" y="3199689"/>
              <a:ext cx="1644767" cy="1644767"/>
            </a:xfrm>
            <a:prstGeom prst="rect">
              <a:avLst/>
            </a:prstGeom>
          </p:spPr>
        </p:pic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1D50F8D-EA97-D11F-AF8B-6CEA06D68E9A}"/>
              </a:ext>
            </a:extLst>
          </p:cNvPr>
          <p:cNvSpPr/>
          <p:nvPr/>
        </p:nvSpPr>
        <p:spPr>
          <a:xfrm>
            <a:off x="9998381" y="3199688"/>
            <a:ext cx="1629651" cy="1644767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arlow Light" panose="00000400000000000000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99DA3D3-95BA-11B9-002D-85AC52B573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9250" y="299571"/>
            <a:ext cx="1157693" cy="3741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B6D8E8-2980-3B97-C70B-AD88CB17D6B6}"/>
              </a:ext>
            </a:extLst>
          </p:cNvPr>
          <p:cNvCxnSpPr>
            <a:cxnSpLocks/>
          </p:cNvCxnSpPr>
          <p:nvPr/>
        </p:nvCxnSpPr>
        <p:spPr>
          <a:xfrm>
            <a:off x="2476915" y="673731"/>
            <a:ext cx="7915623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6982D3-1EAF-C2C3-92DB-DAD42D4D67F3}"/>
              </a:ext>
            </a:extLst>
          </p:cNvPr>
          <p:cNvSpPr txBox="1"/>
          <p:nvPr/>
        </p:nvSpPr>
        <p:spPr>
          <a:xfrm>
            <a:off x="418186" y="497283"/>
            <a:ext cx="21291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Barlow Medium" panose="00000600000000000000" pitchFamily="2" charset="0"/>
                <a:cs typeface="Leelawadee UI Semilight" panose="020B0402040204020203" pitchFamily="34" charset="-34"/>
              </a:rPr>
              <a:t>800mm x 800mm SEMI PORCELAIN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ED7D24-77AC-7FB3-1747-1534A447CD15}"/>
              </a:ext>
            </a:extLst>
          </p:cNvPr>
          <p:cNvCxnSpPr>
            <a:cxnSpLocks/>
          </p:cNvCxnSpPr>
          <p:nvPr/>
        </p:nvCxnSpPr>
        <p:spPr>
          <a:xfrm flipH="1">
            <a:off x="9998373" y="3199688"/>
            <a:ext cx="1629659" cy="1644767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772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389630" y="3105150"/>
            <a:ext cx="53867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tx1"/>
                </a:solidFill>
                <a:latin typeface="Barlow Medium" panose="00000600000000000000" pitchFamily="2" charset="0"/>
                <a:cs typeface="KoHo" panose="00000500000000000000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2911</TotalTime>
  <Words>210</Words>
  <Application>Microsoft Office PowerPoint</Application>
  <PresentationFormat>Widescreen</PresentationFormat>
  <Paragraphs>23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Barlow Light</vt:lpstr>
      <vt:lpstr>Barlow Medium</vt:lpstr>
      <vt:lpstr>Calibri</vt:lpstr>
      <vt:lpstr>Calibri Light</vt:lpstr>
      <vt:lpstr>KoHo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Trang Huynh</dc:creator>
  <cp:lastModifiedBy>Đức Anh</cp:lastModifiedBy>
  <cp:revision>869</cp:revision>
  <dcterms:created xsi:type="dcterms:W3CDTF">2020-11-01T14:46:00Z</dcterms:created>
  <dcterms:modified xsi:type="dcterms:W3CDTF">2025-10-23T02:57:01Z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1033-11.2.0.11130</vt:lpwstr>
  </property>
  <property fmtid="{D5CDD505-2E9C-101B-9397-08002B2CF9AE}" pid="3" name="ICV">
    <vt:lpwstr>BF8F4CEBFBF440A6A0DE04C5976DF348</vt:lpwstr>
  </property>
</Properties>
</file>