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450" r:id="rId2"/>
    <p:sldId id="804" r:id="rId3"/>
    <p:sldId id="1094" r:id="rId4"/>
    <p:sldId id="1096" r:id="rId5"/>
    <p:sldId id="1098" r:id="rId6"/>
    <p:sldId id="1095" r:id="rId7"/>
    <p:sldId id="1097" r:id="rId8"/>
    <p:sldId id="1086" r:id="rId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8E25"/>
    <a:srgbClr val="A7A7A9"/>
    <a:srgbClr val="E18E24"/>
    <a:srgbClr val="FCFDFD"/>
    <a:srgbClr val="FFFFFF"/>
    <a:srgbClr val="3B3838"/>
    <a:srgbClr val="A7B4CC"/>
    <a:srgbClr val="767171"/>
    <a:srgbClr val="E18E25"/>
    <a:srgbClr val="CCB7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54" autoAdjust="0"/>
    <p:restoredTop sz="94595"/>
  </p:normalViewPr>
  <p:slideViewPr>
    <p:cSldViewPr snapToGrid="0">
      <p:cViewPr varScale="1">
        <p:scale>
          <a:sx n="145" d="100"/>
          <a:sy n="145" d="100"/>
        </p:scale>
        <p:origin x="84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460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319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04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103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134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514601" y="857250"/>
            <a:ext cx="4114800" cy="231457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27" y="1709780"/>
            <a:ext cx="10516574" cy="285280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27" y="4589578"/>
            <a:ext cx="10516574" cy="1500224"/>
          </a:xfrm>
        </p:spPr>
        <p:txBody>
          <a:bodyPr/>
          <a:lstStyle>
            <a:lvl1pPr marL="0" indent="0">
              <a:buNone/>
              <a:defRPr sz="2395">
                <a:solidFill>
                  <a:schemeClr val="tx1">
                    <a:tint val="75000"/>
                  </a:schemeClr>
                </a:solidFill>
              </a:defRPr>
            </a:lvl1pPr>
            <a:lvl2pPr marL="45656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77" y="1825670"/>
            <a:ext cx="5182079" cy="4351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772" y="1825670"/>
            <a:ext cx="5182079" cy="4351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64" y="365134"/>
            <a:ext cx="10516574" cy="13255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64" y="1681204"/>
            <a:ext cx="5158265" cy="823933"/>
          </a:xfrm>
        </p:spPr>
        <p:txBody>
          <a:bodyPr anchor="b"/>
          <a:lstStyle>
            <a:lvl1pPr marL="0" indent="0">
              <a:buNone/>
              <a:defRPr sz="2395" b="1"/>
            </a:lvl1pPr>
            <a:lvl2pPr marL="456565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64" y="2505136"/>
            <a:ext cx="5158265" cy="3684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772" y="1681204"/>
            <a:ext cx="5183669" cy="823933"/>
          </a:xfrm>
        </p:spPr>
        <p:txBody>
          <a:bodyPr anchor="b"/>
          <a:lstStyle>
            <a:lvl1pPr marL="0" indent="0">
              <a:buNone/>
              <a:defRPr sz="2395" b="1"/>
            </a:lvl1pPr>
            <a:lvl2pPr marL="456565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772" y="2505136"/>
            <a:ext cx="5183669" cy="3684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64" y="457212"/>
            <a:ext cx="3932602" cy="1600240"/>
          </a:xfrm>
        </p:spPr>
        <p:txBody>
          <a:bodyPr anchor="b"/>
          <a:lstStyle>
            <a:lvl1pPr>
              <a:defRPr sz="31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669" y="987449"/>
            <a:ext cx="6172772" cy="4873747"/>
          </a:xfrm>
        </p:spPr>
        <p:txBody>
          <a:bodyPr/>
          <a:lstStyle>
            <a:lvl1pPr>
              <a:defRPr sz="3195"/>
            </a:lvl1pPr>
            <a:lvl2pPr>
              <a:defRPr sz="2795"/>
            </a:lvl2pPr>
            <a:lvl3pPr>
              <a:defRPr sz="2395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64" y="2057451"/>
            <a:ext cx="3932602" cy="3811683"/>
          </a:xfrm>
        </p:spPr>
        <p:txBody>
          <a:bodyPr/>
          <a:lstStyle>
            <a:lvl1pPr marL="0" indent="0">
              <a:buNone/>
              <a:defRPr sz="1600"/>
            </a:lvl1pPr>
            <a:lvl2pPr marL="456565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64" y="457212"/>
            <a:ext cx="3932602" cy="1600240"/>
          </a:xfrm>
        </p:spPr>
        <p:txBody>
          <a:bodyPr anchor="b"/>
          <a:lstStyle>
            <a:lvl1pPr>
              <a:defRPr sz="31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669" y="987449"/>
            <a:ext cx="6172772" cy="4873747"/>
          </a:xfrm>
        </p:spPr>
        <p:txBody>
          <a:bodyPr/>
          <a:lstStyle>
            <a:lvl1pPr marL="0" indent="0">
              <a:buNone/>
              <a:defRPr sz="3195"/>
            </a:lvl1pPr>
            <a:lvl2pPr marL="456565" indent="0">
              <a:buNone/>
              <a:defRPr sz="2795"/>
            </a:lvl2pPr>
            <a:lvl3pPr marL="914400" indent="0">
              <a:buNone/>
              <a:defRPr sz="2395"/>
            </a:lvl3pPr>
            <a:lvl4pPr marL="1370965" indent="0">
              <a:buNone/>
              <a:defRPr sz="2000"/>
            </a:lvl4pPr>
            <a:lvl5pPr marL="1828800" indent="0">
              <a:buNone/>
              <a:defRPr sz="2000"/>
            </a:lvl5pPr>
            <a:lvl6pPr marL="2285365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64" y="2057451"/>
            <a:ext cx="3932602" cy="3811683"/>
          </a:xfrm>
        </p:spPr>
        <p:txBody>
          <a:bodyPr/>
          <a:lstStyle>
            <a:lvl1pPr marL="0" indent="0">
              <a:buNone/>
              <a:defRPr sz="1600"/>
            </a:lvl1pPr>
            <a:lvl2pPr marL="456565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5709" y="365134"/>
            <a:ext cx="2629144" cy="581198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77" y="365134"/>
            <a:ext cx="7735016" cy="58119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77" y="365134"/>
            <a:ext cx="10516574" cy="1325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77" y="1825670"/>
            <a:ext cx="10516574" cy="4351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77" y="6356508"/>
            <a:ext cx="2743454" cy="36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975" y="6356508"/>
            <a:ext cx="4115181" cy="36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398" y="6356508"/>
            <a:ext cx="2743454" cy="365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6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5.wdp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3.wdp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5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5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microsoft.com/office/2007/relationships/hdphoto" Target="../media/hdphoto6.wdp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5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0790" y="476592"/>
            <a:ext cx="3963135" cy="85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5400000">
            <a:off x="-363089" y="1815910"/>
            <a:ext cx="5843082" cy="221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rcRect b="8408"/>
          <a:stretch>
            <a:fillRect/>
          </a:stretch>
        </p:blipFill>
        <p:spPr>
          <a:xfrm>
            <a:off x="6791960" y="0"/>
            <a:ext cx="5400040" cy="6848475"/>
          </a:xfrm>
          <a:prstGeom prst="rect">
            <a:avLst/>
          </a:prstGeom>
        </p:spPr>
      </p:pic>
      <p:sp>
        <p:nvSpPr>
          <p:cNvPr id="23" name="Rectangles 22"/>
          <p:cNvSpPr/>
          <p:nvPr/>
        </p:nvSpPr>
        <p:spPr>
          <a:xfrm>
            <a:off x="11175365" y="300355"/>
            <a:ext cx="1012825" cy="558165"/>
          </a:xfrm>
          <a:prstGeom prst="rect">
            <a:avLst/>
          </a:prstGeom>
          <a:solidFill>
            <a:srgbClr val="E18E24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pic>
        <p:nvPicPr>
          <p:cNvPr id="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31575" y="498475"/>
            <a:ext cx="767080" cy="16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 Box 59"/>
          <p:cNvSpPr txBox="1"/>
          <p:nvPr/>
        </p:nvSpPr>
        <p:spPr>
          <a:xfrm>
            <a:off x="1243868" y="2403522"/>
            <a:ext cx="1849713" cy="393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970" b="1" dirty="0">
                <a:solidFill>
                  <a:schemeClr val="tx1">
                    <a:lumMod val="65000"/>
                    <a:lumOff val="35000"/>
                  </a:schemeClr>
                </a:solidFill>
                <a:latin typeface="KoHo" panose="00000500000000000000" charset="0"/>
                <a:cs typeface="KoHo" panose="00000500000000000000" charset="0"/>
                <a:sym typeface="+mn-ea"/>
              </a:rPr>
              <a:t>CALIFORNIA</a:t>
            </a: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040D63F9-A93B-6ACD-8CD5-81D68D1BC05B}"/>
              </a:ext>
            </a:extLst>
          </p:cNvPr>
          <p:cNvSpPr txBox="1"/>
          <p:nvPr/>
        </p:nvSpPr>
        <p:spPr>
          <a:xfrm>
            <a:off x="1243868" y="2721114"/>
            <a:ext cx="402608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dirty="0">
                <a:solidFill>
                  <a:srgbClr val="E28E25"/>
                </a:solidFill>
                <a:latin typeface="KoHo ExtraLight" panose="00000300000000000000" charset="0"/>
                <a:cs typeface="KoHo ExtraLight" panose="00000300000000000000" charset="0"/>
              </a:rPr>
              <a:t>600mmx1200mm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5E2BC6-ADAD-6A5B-9366-84123D6CDAD5}"/>
              </a:ext>
            </a:extLst>
          </p:cNvPr>
          <p:cNvSpPr txBox="1"/>
          <p:nvPr/>
        </p:nvSpPr>
        <p:spPr>
          <a:xfrm>
            <a:off x="1243868" y="3299184"/>
            <a:ext cx="39082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KoHo ExtraLight" panose="00000300000000000000" charset="0"/>
                <a:cs typeface="KoHo ExtraLight" panose="00000300000000000000" charset="0"/>
              </a:rPr>
              <a:t>Porcelain/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KoHo" panose="00000500000000000000"/>
                <a:cs typeface="KoHo ExtraLight" panose="00000300000000000000" charset="0"/>
              </a:rPr>
              <a:t>Polished/ Soft Matt </a:t>
            </a:r>
            <a:endParaRPr lang="vi-VN" sz="2400" dirty="0">
              <a:solidFill>
                <a:schemeClr val="tx1">
                  <a:lumMod val="50000"/>
                  <a:lumOff val="50000"/>
                </a:schemeClr>
              </a:solidFill>
              <a:cs typeface="KoHo ExtraLight" panose="00000300000000000000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C7AE10-31D2-88CB-9014-6E43B904E1E2}"/>
              </a:ext>
            </a:extLst>
          </p:cNvPr>
          <p:cNvCxnSpPr>
            <a:cxnSpLocks/>
          </p:cNvCxnSpPr>
          <p:nvPr/>
        </p:nvCxnSpPr>
        <p:spPr>
          <a:xfrm>
            <a:off x="1362638" y="3338941"/>
            <a:ext cx="3664353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7C3B8B-2A40-FD91-0353-C4924D944BFE}"/>
              </a:ext>
            </a:extLst>
          </p:cNvPr>
          <p:cNvCxnSpPr>
            <a:cxnSpLocks/>
          </p:cNvCxnSpPr>
          <p:nvPr/>
        </p:nvCxnSpPr>
        <p:spPr>
          <a:xfrm>
            <a:off x="1362638" y="3311829"/>
            <a:ext cx="3664353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 flipH="1">
            <a:off x="1404730" y="515123"/>
            <a:ext cx="1026659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83984" y="230329"/>
            <a:ext cx="1287344" cy="27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672" y="1683278"/>
            <a:ext cx="2237473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75FC3B-231F-7F92-C4C9-8715C512B2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874" y="1683275"/>
            <a:ext cx="2237473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48315F8-E321-D331-C618-9498B8C563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5647" y="1690781"/>
            <a:ext cx="2229894" cy="44167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079CDE-2B25-9E86-060A-6A680656024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899" y="1684926"/>
            <a:ext cx="2235808" cy="44284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B92F79-D756-9EC2-A87F-B36A34F5AAB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0203" y="1690781"/>
            <a:ext cx="2237473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74386" y="83787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KoHo" panose="00000500000000000000"/>
              </a:rPr>
              <a:t>CA25-GP61201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KoHo" panose="00000500000000000000"/>
                <a:cs typeface="KoHo ExtraLight" panose="00000300000000000000" charset="0"/>
              </a:rPr>
              <a:t>600mmx1200mm Porcelain/ Polished/ 05 face  </a:t>
            </a:r>
            <a:endParaRPr lang="vi-VN" sz="1000" dirty="0">
              <a:solidFill>
                <a:schemeClr val="tx1">
                  <a:lumMod val="50000"/>
                  <a:lumOff val="50000"/>
                </a:schemeClr>
              </a:solidFill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7073E2-8AF7-6D48-9F1A-3CF991DBBE39}"/>
              </a:ext>
            </a:extLst>
          </p:cNvPr>
          <p:cNvSpPr txBox="1"/>
          <p:nvPr/>
        </p:nvSpPr>
        <p:spPr>
          <a:xfrm>
            <a:off x="374386" y="307170"/>
            <a:ext cx="4988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E28E25"/>
                </a:solidFill>
                <a:latin typeface="KoHo" panose="00000500000000000000" charset="0"/>
                <a:cs typeface="KoHo" panose="00000500000000000000" charset="0"/>
                <a:sym typeface="+mn-ea"/>
              </a:rPr>
              <a:t>CALIFORNIA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4B72F57-426E-F86F-D1F0-66E81F0309C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79" y="1683275"/>
            <a:ext cx="2336376" cy="233637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D1910B-75AD-03A7-773B-D2FF6CEFA60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597" y="1683275"/>
            <a:ext cx="2336376" cy="233637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CE47616-71E2-E24E-0387-DAC4FAD13C5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614" y="1683275"/>
            <a:ext cx="2336376" cy="23363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414EF0A-8F93-E232-C359-C1D0F40C056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009" y="1683275"/>
            <a:ext cx="2336376" cy="233637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6020323-88A0-A238-6992-29823EB02AF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403" y="1683275"/>
            <a:ext cx="2336376" cy="233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17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 flipH="1">
            <a:off x="1404730" y="515123"/>
            <a:ext cx="1026659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83984" y="230329"/>
            <a:ext cx="1287344" cy="27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202" y="1683278"/>
            <a:ext cx="2238414" cy="4431792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75FC3B-231F-7F92-C4C9-8715C512B2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404" y="1683275"/>
            <a:ext cx="2238414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48315F8-E321-D331-C618-9498B8C563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1387" y="1683275"/>
            <a:ext cx="2238414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079CDE-2B25-9E86-060A-6A680656024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6596" y="1683276"/>
            <a:ext cx="2238415" cy="44317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B92F79-D756-9EC2-A87F-B36A34F5AAB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3991" y="1683276"/>
            <a:ext cx="2238415" cy="44317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74386" y="83787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KoHo" panose="00000500000000000000"/>
              </a:rPr>
              <a:t>CA25-GP61202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KoHo" panose="00000500000000000000"/>
                <a:cs typeface="KoHo ExtraLight" panose="00000300000000000000" charset="0"/>
              </a:rPr>
              <a:t>600mmx1200mm Porcelain/ Polished/ 05 face  </a:t>
            </a:r>
            <a:endParaRPr lang="vi-VN" sz="1000" dirty="0">
              <a:solidFill>
                <a:schemeClr val="tx1">
                  <a:lumMod val="50000"/>
                  <a:lumOff val="50000"/>
                </a:schemeClr>
              </a:solidFill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7073E2-8AF7-6D48-9F1A-3CF991DBBE39}"/>
              </a:ext>
            </a:extLst>
          </p:cNvPr>
          <p:cNvSpPr txBox="1"/>
          <p:nvPr/>
        </p:nvSpPr>
        <p:spPr>
          <a:xfrm>
            <a:off x="374386" y="307170"/>
            <a:ext cx="4988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E28E25"/>
                </a:solidFill>
                <a:latin typeface="KoHo" panose="00000500000000000000" charset="0"/>
                <a:cs typeface="KoHo" panose="00000500000000000000" charset="0"/>
                <a:sym typeface="+mn-ea"/>
              </a:rPr>
              <a:t>CALIFORNIA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4B72F57-426E-F86F-D1F0-66E81F0309C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21" y="1683275"/>
            <a:ext cx="2336376" cy="233637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D1910B-75AD-03A7-773B-D2FF6CEFA60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597" y="1683275"/>
            <a:ext cx="2336376" cy="233637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CE47616-71E2-E24E-0387-DAC4FAD13C5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614" y="1683275"/>
            <a:ext cx="2336376" cy="23363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414EF0A-8F93-E232-C359-C1D0F40C056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009" y="1683275"/>
            <a:ext cx="2336376" cy="233637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6020323-88A0-A238-6992-29823EB02AF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403" y="1683275"/>
            <a:ext cx="2336376" cy="233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9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 flipH="1">
            <a:off x="1404730" y="515123"/>
            <a:ext cx="1026659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83984" y="230329"/>
            <a:ext cx="1287344" cy="27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413" y="1683278"/>
            <a:ext cx="2237992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75FC3B-231F-7F92-C4C9-8715C512B2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6032" y="1683275"/>
            <a:ext cx="2237158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48315F8-E321-D331-C618-9498B8C563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1598" y="1683275"/>
            <a:ext cx="2237992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079CDE-2B25-9E86-060A-6A680656024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6807" y="1683276"/>
            <a:ext cx="2237993" cy="44317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B92F79-D756-9EC2-A87F-B36A34F5AAB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4202" y="1683276"/>
            <a:ext cx="2237993" cy="44317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74386" y="83787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KoHo" panose="00000500000000000000"/>
              </a:rPr>
              <a:t>CA25-GP61203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KoHo" panose="00000500000000000000"/>
                <a:cs typeface="KoHo ExtraLight" panose="00000300000000000000" charset="0"/>
              </a:rPr>
              <a:t>600mmx1200mm Porcelain/ Polished/ 05 face  </a:t>
            </a:r>
            <a:endParaRPr lang="vi-VN" sz="1000" dirty="0">
              <a:solidFill>
                <a:schemeClr val="tx1">
                  <a:lumMod val="50000"/>
                  <a:lumOff val="50000"/>
                </a:schemeClr>
              </a:solidFill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7073E2-8AF7-6D48-9F1A-3CF991DBBE39}"/>
              </a:ext>
            </a:extLst>
          </p:cNvPr>
          <p:cNvSpPr txBox="1"/>
          <p:nvPr/>
        </p:nvSpPr>
        <p:spPr>
          <a:xfrm>
            <a:off x="374386" y="307170"/>
            <a:ext cx="4988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E28E25"/>
                </a:solidFill>
                <a:latin typeface="KoHo" panose="00000500000000000000" charset="0"/>
                <a:cs typeface="KoHo" panose="00000500000000000000" charset="0"/>
                <a:sym typeface="+mn-ea"/>
              </a:rPr>
              <a:t>CALIFORNIA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4B72F57-426E-F86F-D1F0-66E81F0309C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21" y="1683275"/>
            <a:ext cx="2336376" cy="233637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D1910B-75AD-03A7-773B-D2FF6CEFA60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597" y="1683275"/>
            <a:ext cx="2336376" cy="233637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CE47616-71E2-E24E-0387-DAC4FAD13C5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614" y="1683275"/>
            <a:ext cx="2336376" cy="23363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414EF0A-8F93-E232-C359-C1D0F40C056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009" y="1683275"/>
            <a:ext cx="2336376" cy="233637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6020323-88A0-A238-6992-29823EB02AF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403" y="1683275"/>
            <a:ext cx="2336376" cy="233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 flipH="1">
            <a:off x="1415562" y="515123"/>
            <a:ext cx="1025576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83984" y="230329"/>
            <a:ext cx="1287344" cy="27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672" y="1683278"/>
            <a:ext cx="2237473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75FC3B-231F-7F92-C4C9-8715C512B2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874" y="1683275"/>
            <a:ext cx="2237473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48315F8-E321-D331-C618-9498B8C563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5647" y="1690781"/>
            <a:ext cx="2229894" cy="44167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079CDE-2B25-9E86-060A-6A680656024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899" y="1684926"/>
            <a:ext cx="2235808" cy="44284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B92F79-D756-9EC2-A87F-B36A34F5AAB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4041" y="1682441"/>
            <a:ext cx="2238316" cy="44334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74386" y="83787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KoHo" panose="00000500000000000000"/>
              </a:rPr>
              <a:t>CA25-GSM61201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KoHo" panose="00000500000000000000"/>
                <a:cs typeface="KoHo ExtraLight" panose="00000300000000000000" charset="0"/>
              </a:rPr>
              <a:t>600mmx1200mm Porcelain/ Soft Matt / 05 face  </a:t>
            </a:r>
            <a:endParaRPr lang="vi-VN" sz="1000" dirty="0">
              <a:solidFill>
                <a:schemeClr val="tx1">
                  <a:lumMod val="50000"/>
                  <a:lumOff val="50000"/>
                </a:schemeClr>
              </a:solidFill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0848A0-75F7-2499-D3D1-F0C8F796E027}"/>
              </a:ext>
            </a:extLst>
          </p:cNvPr>
          <p:cNvSpPr txBox="1"/>
          <p:nvPr/>
        </p:nvSpPr>
        <p:spPr>
          <a:xfrm>
            <a:off x="374386" y="307170"/>
            <a:ext cx="4988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E28E25"/>
                </a:solidFill>
                <a:latin typeface="KoHo" panose="00000500000000000000" charset="0"/>
                <a:cs typeface="KoHo" panose="00000500000000000000" charset="0"/>
                <a:sym typeface="+mn-ea"/>
              </a:rPr>
              <a:t>CALIFORNIA</a:t>
            </a:r>
          </a:p>
        </p:txBody>
      </p:sp>
    </p:spTree>
    <p:extLst>
      <p:ext uri="{BB962C8B-B14F-4D97-AF65-F5344CB8AC3E}">
        <p14:creationId xmlns:p14="http://schemas.microsoft.com/office/powerpoint/2010/main" val="76749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 flipH="1">
            <a:off x="1424354" y="515123"/>
            <a:ext cx="1024697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83984" y="230329"/>
            <a:ext cx="1287344" cy="27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F33447-ABCE-9A70-D124-54D308877B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202" y="1683278"/>
            <a:ext cx="2238414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75FC3B-231F-7F92-C4C9-8715C512B2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5404" y="1683275"/>
            <a:ext cx="2238414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48315F8-E321-D331-C618-9498B8C563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1387" y="1683275"/>
            <a:ext cx="2238414" cy="4431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A079CDE-2B25-9E86-060A-6A680656024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6596" y="1683276"/>
            <a:ext cx="2238415" cy="44317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B92F79-D756-9EC2-A87F-B36A34F5AAB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3991" y="1683276"/>
            <a:ext cx="2238415" cy="44317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DA1126-BB33-ED4A-1E48-F8C91A85BACB}"/>
              </a:ext>
            </a:extLst>
          </p:cNvPr>
          <p:cNvSpPr txBox="1"/>
          <p:nvPr/>
        </p:nvSpPr>
        <p:spPr>
          <a:xfrm>
            <a:off x="374386" y="83787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KoHo" panose="00000500000000000000"/>
              </a:rPr>
              <a:t>CA25-GSM61202</a:t>
            </a:r>
            <a:br>
              <a:rPr lang="en-US" sz="1800" dirty="0">
                <a:solidFill>
                  <a:schemeClr val="tx1"/>
                </a:solidFill>
                <a:latin typeface="KoHo" panose="00000500000000000000"/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KoHo" panose="00000500000000000000"/>
                <a:cs typeface="KoHo ExtraLight" panose="00000300000000000000" charset="0"/>
              </a:rPr>
              <a:t>600mmx1200mm Porcelain/ Soft Matt / 05 face  </a:t>
            </a:r>
            <a:endParaRPr lang="vi-VN" sz="1000" dirty="0">
              <a:solidFill>
                <a:schemeClr val="tx1">
                  <a:lumMod val="50000"/>
                  <a:lumOff val="50000"/>
                </a:schemeClr>
              </a:solidFill>
              <a:cs typeface="KoHo ExtraLight" panose="00000300000000000000" charset="0"/>
            </a:endParaRPr>
          </a:p>
          <a:p>
            <a:endParaRPr lang="en-US" sz="1800" dirty="0">
              <a:solidFill>
                <a:schemeClr val="tx1"/>
              </a:solidFill>
              <a:latin typeface="KoHo" panose="0000050000000000000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246F7E-DD21-1C74-72F8-6E32B96AA70D}"/>
              </a:ext>
            </a:extLst>
          </p:cNvPr>
          <p:cNvSpPr txBox="1"/>
          <p:nvPr/>
        </p:nvSpPr>
        <p:spPr>
          <a:xfrm>
            <a:off x="374386" y="307170"/>
            <a:ext cx="4988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E28E25"/>
                </a:solidFill>
                <a:latin typeface="KoHo" panose="00000500000000000000" charset="0"/>
                <a:cs typeface="KoHo" panose="00000500000000000000" charset="0"/>
                <a:sym typeface="+mn-ea"/>
              </a:rPr>
              <a:t>CALIFORNIA</a:t>
            </a:r>
          </a:p>
        </p:txBody>
      </p:sp>
    </p:spTree>
    <p:extLst>
      <p:ext uri="{BB962C8B-B14F-4D97-AF65-F5344CB8AC3E}">
        <p14:creationId xmlns:p14="http://schemas.microsoft.com/office/powerpoint/2010/main" val="3217329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63695" y="2316480"/>
            <a:ext cx="3733800" cy="80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3389630" y="3105150"/>
            <a:ext cx="53867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  <a:latin typeface="KoHo" panose="00000500000000000000" charset="0"/>
                <a:cs typeface="KoHo" panose="00000500000000000000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2773</TotalTime>
  <Words>62</Words>
  <Application>Microsoft Office PowerPoint</Application>
  <PresentationFormat>Widescreen</PresentationFormat>
  <Paragraphs>14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KoHo</vt:lpstr>
      <vt:lpstr>KoHo ExtraLight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Trang Huynh</dc:creator>
  <cp:lastModifiedBy>Mr Lực</cp:lastModifiedBy>
  <cp:revision>851</cp:revision>
  <dcterms:created xsi:type="dcterms:W3CDTF">2020-11-01T14:46:00Z</dcterms:created>
  <dcterms:modified xsi:type="dcterms:W3CDTF">2025-09-25T02:45:50Z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1033-11.2.0.11130</vt:lpwstr>
  </property>
  <property fmtid="{D5CDD505-2E9C-101B-9397-08002B2CF9AE}" pid="3" name="ICV">
    <vt:lpwstr>BF8F4CEBFBF440A6A0DE04C5976DF348</vt:lpwstr>
  </property>
</Properties>
</file>