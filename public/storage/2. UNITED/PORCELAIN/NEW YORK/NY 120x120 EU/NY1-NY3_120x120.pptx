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9"/>
  </p:notesMasterIdLst>
  <p:sldIdLst>
    <p:sldId id="632" r:id="rId3"/>
    <p:sldId id="663" r:id="rId4"/>
    <p:sldId id="680" r:id="rId5"/>
    <p:sldId id="681" r:id="rId6"/>
    <p:sldId id="682" r:id="rId7"/>
    <p:sldId id="683" r:id="rId8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gnE/U8Xngur09ODuC/Reoe6fhf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34" autoAdjust="0"/>
    <p:restoredTop sz="96224"/>
  </p:normalViewPr>
  <p:slideViewPr>
    <p:cSldViewPr snapToGrid="0">
      <p:cViewPr varScale="1">
        <p:scale>
          <a:sx n="77" d="100"/>
          <a:sy n="77" d="100"/>
        </p:scale>
        <p:origin x="20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3" Type="http://customschemas.google.com/relationships/presentationmetadata" Target="metadata"/><Relationship Id="rId5" Type="http://schemas.openxmlformats.org/officeDocument/2006/relationships/slide" Target="slides/slide3.xml"/><Relationship Id="rId57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83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56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7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781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88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27" y="1709780"/>
            <a:ext cx="10516574" cy="28528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27" y="4589578"/>
            <a:ext cx="10516574" cy="1500224"/>
          </a:xfrm>
        </p:spPr>
        <p:txBody>
          <a:bodyPr/>
          <a:lstStyle>
            <a:lvl1pPr marL="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1pPr>
            <a:lvl2pPr marL="4565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10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77" y="1825670"/>
            <a:ext cx="5182079" cy="435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772" y="1825670"/>
            <a:ext cx="5182079" cy="435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6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365134"/>
            <a:ext cx="10516574" cy="13255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64" y="1681204"/>
            <a:ext cx="5158265" cy="823933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56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64" y="2505136"/>
            <a:ext cx="5158265" cy="3684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772" y="1681204"/>
            <a:ext cx="5183669" cy="823933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56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772" y="2505136"/>
            <a:ext cx="5183669" cy="3684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78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47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17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457212"/>
            <a:ext cx="3932602" cy="1600240"/>
          </a:xfrm>
        </p:spPr>
        <p:txBody>
          <a:bodyPr anchor="b"/>
          <a:lstStyle>
            <a:lvl1pPr>
              <a:defRPr sz="3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669" y="987449"/>
            <a:ext cx="6172772" cy="4873747"/>
          </a:xfrm>
        </p:spPr>
        <p:txBody>
          <a:bodyPr/>
          <a:lstStyle>
            <a:lvl1pPr>
              <a:defRPr sz="3195"/>
            </a:lvl1pPr>
            <a:lvl2pPr>
              <a:defRPr sz="2795"/>
            </a:lvl2pPr>
            <a:lvl3pPr>
              <a:defRPr sz="2395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64" y="2057451"/>
            <a:ext cx="3932602" cy="3811683"/>
          </a:xfrm>
        </p:spPr>
        <p:txBody>
          <a:bodyPr/>
          <a:lstStyle>
            <a:lvl1pPr marL="0" indent="0">
              <a:buNone/>
              <a:defRPr sz="1600"/>
            </a:lvl1pPr>
            <a:lvl2pPr marL="456565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03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457212"/>
            <a:ext cx="3932602" cy="1600240"/>
          </a:xfrm>
        </p:spPr>
        <p:txBody>
          <a:bodyPr anchor="b"/>
          <a:lstStyle>
            <a:lvl1pPr>
              <a:defRPr sz="3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669" y="987449"/>
            <a:ext cx="6172772" cy="4873747"/>
          </a:xfrm>
        </p:spPr>
        <p:txBody>
          <a:bodyPr/>
          <a:lstStyle>
            <a:lvl1pPr marL="0" indent="0">
              <a:buNone/>
              <a:defRPr sz="3195"/>
            </a:lvl1pPr>
            <a:lvl2pPr marL="456565" indent="0">
              <a:buNone/>
              <a:defRPr sz="2795"/>
            </a:lvl2pPr>
            <a:lvl3pPr marL="914400" indent="0">
              <a:buNone/>
              <a:defRPr sz="2395"/>
            </a:lvl3pPr>
            <a:lvl4pPr marL="1370965" indent="0">
              <a:buNone/>
              <a:defRPr sz="2000"/>
            </a:lvl4pPr>
            <a:lvl5pPr marL="1828800" indent="0">
              <a:buNone/>
              <a:defRPr sz="2000"/>
            </a:lvl5pPr>
            <a:lvl6pPr marL="2285365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64" y="2057451"/>
            <a:ext cx="3932602" cy="3811683"/>
          </a:xfrm>
        </p:spPr>
        <p:txBody>
          <a:bodyPr/>
          <a:lstStyle>
            <a:lvl1pPr marL="0" indent="0">
              <a:buNone/>
              <a:defRPr sz="1600"/>
            </a:lvl1pPr>
            <a:lvl2pPr marL="456565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66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871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5709" y="365134"/>
            <a:ext cx="2629144" cy="58119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77" y="365134"/>
            <a:ext cx="7735016" cy="58119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4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77" y="365134"/>
            <a:ext cx="10516574" cy="1325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77" y="1825670"/>
            <a:ext cx="10516574" cy="4351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77" y="6356508"/>
            <a:ext cx="2743454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975" y="6356508"/>
            <a:ext cx="4115181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398" y="6356508"/>
            <a:ext cx="2743454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5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6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545070" y="1057275"/>
            <a:ext cx="4209415" cy="90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5400000">
            <a:off x="-702310" y="1703705"/>
            <a:ext cx="5661025" cy="225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3BD6ACE-3F84-F80E-F200-5E3F137D219D}"/>
              </a:ext>
            </a:extLst>
          </p:cNvPr>
          <p:cNvGrpSpPr/>
          <p:nvPr/>
        </p:nvGrpSpPr>
        <p:grpSpPr>
          <a:xfrm>
            <a:off x="1263648" y="4920268"/>
            <a:ext cx="1731010" cy="722869"/>
            <a:chOff x="1205774" y="4920268"/>
            <a:chExt cx="1731010" cy="722869"/>
          </a:xfrm>
        </p:grpSpPr>
        <p:sp>
          <p:nvSpPr>
            <p:cNvPr id="9" name="Rectangle 7"/>
            <p:cNvSpPr/>
            <p:nvPr/>
          </p:nvSpPr>
          <p:spPr>
            <a:xfrm>
              <a:off x="1205774" y="4920268"/>
              <a:ext cx="1731010" cy="398780"/>
            </a:xfrm>
            <a:prstGeom prst="rect">
              <a:avLst/>
            </a:prstGeom>
            <a:effectLst/>
            <a:scene3d>
              <a:camera prst="orthographicFront"/>
              <a:lightRig rig="threePt" dir="t"/>
            </a:scene3d>
            <a:sp3d prstMaterial="matte"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oHo" panose="00000500000000000000" charset="0"/>
                  <a:ea typeface="+mn-ea"/>
                  <a:cs typeface="KoHo" panose="00000500000000000000" charset="0"/>
                  <a:sym typeface="+mn-ea"/>
                </a:rPr>
                <a:t>8</a:t>
              </a:r>
              <a:r>
                <a:rPr kumimoji="0" lang="en-US" altLang="vi-V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oHo" panose="00000500000000000000" charset="0"/>
                  <a:ea typeface="+mn-ea"/>
                  <a:cs typeface="KoHo" panose="00000500000000000000" charset="0"/>
                  <a:sym typeface="+mn-ea"/>
                </a:rPr>
                <a:t>00 x</a:t>
              </a:r>
              <a:r>
                <a:rPr kumimoji="0" lang="vi-V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oHo" panose="00000500000000000000" charset="0"/>
                  <a:ea typeface="+mn-ea"/>
                  <a:cs typeface="KoHo" panose="00000500000000000000" charset="0"/>
                  <a:sym typeface="+mn-ea"/>
                </a:rPr>
                <a:t>16</a:t>
              </a:r>
              <a:r>
                <a:rPr kumimoji="0" lang="en-US" altLang="vi-V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oHo" panose="00000500000000000000" charset="0"/>
                  <a:ea typeface="+mn-ea"/>
                  <a:cs typeface="KoHo" panose="00000500000000000000" charset="0"/>
                  <a:sym typeface="+mn-ea"/>
                </a:rPr>
                <a:t>00</a:t>
              </a:r>
            </a:p>
          </p:txBody>
        </p:sp>
        <p:sp>
          <p:nvSpPr>
            <p:cNvPr id="2" name="Rectangle 7">
              <a:extLst>
                <a:ext uri="{FF2B5EF4-FFF2-40B4-BE49-F238E27FC236}">
                  <a16:creationId xmlns:a16="http://schemas.microsoft.com/office/drawing/2014/main" id="{B3E0B532-24A3-2C2A-D2D6-AE877EF60672}"/>
                </a:ext>
              </a:extLst>
            </p:cNvPr>
            <p:cNvSpPr/>
            <p:nvPr/>
          </p:nvSpPr>
          <p:spPr>
            <a:xfrm>
              <a:off x="1205774" y="5244357"/>
              <a:ext cx="1731010" cy="398780"/>
            </a:xfrm>
            <a:prstGeom prst="rect">
              <a:avLst/>
            </a:prstGeom>
            <a:effectLst/>
            <a:scene3d>
              <a:camera prst="orthographicFront"/>
              <a:lightRig rig="threePt" dir="t"/>
            </a:scene3d>
            <a:sp3d prstMaterial="matte"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KoHo" panose="00000500000000000000" charset="0"/>
                  <a:ea typeface="+mn-ea"/>
                  <a:cs typeface="KoHo" panose="00000500000000000000" charset="0"/>
                  <a:sym typeface="+mn-ea"/>
                </a:rPr>
                <a:t>1200x1200</a:t>
              </a:r>
              <a:endParaRPr kumimoji="0" lang="en-US" altLang="vi-V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oHo" panose="00000500000000000000" charset="0"/>
                <a:ea typeface="+mn-ea"/>
                <a:cs typeface="KoHo" panose="00000500000000000000" charset="0"/>
                <a:sym typeface="+mn-ea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D505C1D-FCBE-8206-73E2-F3EB8E25B29F}"/>
              </a:ext>
            </a:extLst>
          </p:cNvPr>
          <p:cNvSpPr txBox="1"/>
          <p:nvPr/>
        </p:nvSpPr>
        <p:spPr>
          <a:xfrm>
            <a:off x="1001711" y="3868825"/>
            <a:ext cx="2252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800" b="1" dirty="0">
                <a:solidFill>
                  <a:srgbClr val="C00000"/>
                </a:solidFill>
                <a:latin typeface="Baskerville Old Face" panose="02020602080505020303" pitchFamily="18" charset="77"/>
                <a:ea typeface="Baskerville" panose="02020502070401020303" pitchFamily="18" charset="0"/>
                <a:cs typeface="Angsana New" panose="02020603050405020304" pitchFamily="18" charset="-34"/>
              </a:rPr>
              <a:t>NEW YORK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21E6B-56B9-7ADF-66F5-D3308E42ACD1}"/>
              </a:ext>
            </a:extLst>
          </p:cNvPr>
          <p:cNvSpPr/>
          <p:nvPr/>
        </p:nvSpPr>
        <p:spPr>
          <a:xfrm>
            <a:off x="9042" y="0"/>
            <a:ext cx="1831624" cy="6857999"/>
          </a:xfrm>
          <a:prstGeom prst="rect">
            <a:avLst/>
          </a:prstGeom>
          <a:solidFill>
            <a:srgbClr val="A27249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3CC5AB-C829-48EA-A64C-108A3011F87D}"/>
              </a:ext>
            </a:extLst>
          </p:cNvPr>
          <p:cNvSpPr txBox="1"/>
          <p:nvPr/>
        </p:nvSpPr>
        <p:spPr>
          <a:xfrm>
            <a:off x="244713" y="158769"/>
            <a:ext cx="1304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Information</a:t>
            </a: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72" name="Picture 71" descr="C:\Users\PC\Downloads\New folder\1598087552780.jpg1598087552780">
            <a:extLst>
              <a:ext uri="{FF2B5EF4-FFF2-40B4-BE49-F238E27FC236}">
                <a16:creationId xmlns:a16="http://schemas.microsoft.com/office/drawing/2014/main" id="{2EC352F0-5B85-4230-B446-F3B232E21921}"/>
              </a:ext>
            </a:extLst>
          </p:cNvPr>
          <p:cNvPicPr/>
          <p:nvPr/>
        </p:nvPicPr>
        <p:blipFill>
          <a:blip r:embed="rId3" cstate="print">
            <a:lum contrast="-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8586" y="3105114"/>
            <a:ext cx="1729581" cy="1729581"/>
          </a:xfrm>
          <a:prstGeom prst="ellipse">
            <a:avLst/>
          </a:prstGeom>
        </p:spPr>
      </p:pic>
      <p:sp>
        <p:nvSpPr>
          <p:cNvPr id="73" name="Text Box 32">
            <a:extLst>
              <a:ext uri="{FF2B5EF4-FFF2-40B4-BE49-F238E27FC236}">
                <a16:creationId xmlns:a16="http://schemas.microsoft.com/office/drawing/2014/main" id="{96062C36-7E3E-4486-808C-AC0D01878BC7}"/>
              </a:ext>
            </a:extLst>
          </p:cNvPr>
          <p:cNvSpPr txBox="1"/>
          <p:nvPr/>
        </p:nvSpPr>
        <p:spPr>
          <a:xfrm>
            <a:off x="7367551" y="2498379"/>
            <a:ext cx="1105492" cy="494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Mài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 </a:t>
            </a: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bóng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ExtraBold" panose="00000900000000000000" charset="0"/>
                <a:ea typeface="+mn-ea"/>
                <a:cs typeface="Montserrat ExtraBold" panose="00000900000000000000" charset="0"/>
                <a:sym typeface="+mn-ea"/>
              </a:rPr>
              <a:t>POLISHED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 ExtraBold" panose="00000900000000000000" charset="0"/>
              <a:ea typeface="+mn-ea"/>
              <a:cs typeface="Montserrat ExtraBold" panose="00000900000000000000" charset="0"/>
              <a:sym typeface="+mn-ea"/>
            </a:endParaRPr>
          </a:p>
        </p:txBody>
      </p:sp>
      <p:pic>
        <p:nvPicPr>
          <p:cNvPr id="75" name="Picture 74" descr="C:\Users\PC\Downloads\New folder\Hot-Sale-Full-Body-Porcelain-Ceramic-Tile-Looks-Like-Marble.jpgHot-Sale-Full-Body-Porcelain-Ceramic-Tile-Looks-Like-Marble">
            <a:extLst>
              <a:ext uri="{FF2B5EF4-FFF2-40B4-BE49-F238E27FC236}">
                <a16:creationId xmlns:a16="http://schemas.microsoft.com/office/drawing/2014/main" id="{53DDDADC-77AD-46F4-BC40-1CC33AF97A8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61272" y="3105114"/>
            <a:ext cx="1729581" cy="1729581"/>
          </a:xfrm>
          <a:prstGeom prst="ellipse">
            <a:avLst/>
          </a:prstGeom>
        </p:spPr>
      </p:pic>
      <p:sp>
        <p:nvSpPr>
          <p:cNvPr id="76" name="Text Box 5">
            <a:extLst>
              <a:ext uri="{FF2B5EF4-FFF2-40B4-BE49-F238E27FC236}">
                <a16:creationId xmlns:a16="http://schemas.microsoft.com/office/drawing/2014/main" id="{F54DCB1D-C2B9-4325-8F46-4237A36362F3}"/>
              </a:ext>
            </a:extLst>
          </p:cNvPr>
          <p:cNvSpPr txBox="1"/>
          <p:nvPr/>
        </p:nvSpPr>
        <p:spPr>
          <a:xfrm>
            <a:off x="9561406" y="2489850"/>
            <a:ext cx="1353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Mờ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mịn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 Light" panose="00000400000000000000" charset="0"/>
              <a:ea typeface="+mn-ea"/>
              <a:cs typeface="Montserrat Light" panose="00000400000000000000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ExtraBold" panose="00000900000000000000" charset="0"/>
                <a:ea typeface="+mn-ea"/>
                <a:cs typeface="Montserrat ExtraBold" panose="00000900000000000000" charset="0"/>
                <a:sym typeface="+mn-ea"/>
              </a:rPr>
              <a:t>MATT SATIN</a:t>
            </a:r>
          </a:p>
        </p:txBody>
      </p:sp>
      <p:pic>
        <p:nvPicPr>
          <p:cNvPr id="84" name="Picture 83" descr="C:\Users\PC\Downloads\New folder\10MM.JPG10MM">
            <a:extLst>
              <a:ext uri="{FF2B5EF4-FFF2-40B4-BE49-F238E27FC236}">
                <a16:creationId xmlns:a16="http://schemas.microsoft.com/office/drawing/2014/main" id="{C558BBEE-300A-4EFF-AB14-E2C29DEE59D7}"/>
              </a:ext>
            </a:extLst>
          </p:cNvPr>
          <p:cNvPicPr/>
          <p:nvPr/>
        </p:nvPicPr>
        <p:blipFill>
          <a:blip r:embed="rId5" cstate="print">
            <a:lum bright="-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24518" y="3105114"/>
            <a:ext cx="1729581" cy="1729581"/>
          </a:xfrm>
          <a:prstGeom prst="ellipse">
            <a:avLst/>
          </a:prstGeom>
        </p:spPr>
      </p:pic>
      <p:sp>
        <p:nvSpPr>
          <p:cNvPr id="99" name="Text Box 5">
            <a:extLst>
              <a:ext uri="{FF2B5EF4-FFF2-40B4-BE49-F238E27FC236}">
                <a16:creationId xmlns:a16="http://schemas.microsoft.com/office/drawing/2014/main" id="{4C0338F0-97F0-4A4C-A809-1A9DB2B17E2F}"/>
              </a:ext>
            </a:extLst>
          </p:cNvPr>
          <p:cNvSpPr txBox="1"/>
          <p:nvPr/>
        </p:nvSpPr>
        <p:spPr>
          <a:xfrm>
            <a:off x="5245677" y="2489850"/>
            <a:ext cx="1111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Độ dày 9mm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ExtraBold" panose="00000900000000000000" charset="0"/>
                <a:ea typeface="+mn-ea"/>
                <a:cs typeface="Montserrat ExtraBold" panose="00000900000000000000" charset="0"/>
                <a:sym typeface="+mn-ea"/>
              </a:rPr>
              <a:t>THICKNESS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 ExtraBold" panose="00000900000000000000" charset="0"/>
              <a:ea typeface="+mn-ea"/>
              <a:cs typeface="Montserrat ExtraBold" panose="00000900000000000000" charset="0"/>
              <a:sym typeface="+mn-ea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07A9A635-0C22-4287-B4C6-9FE305FBBE42}"/>
              </a:ext>
            </a:extLst>
          </p:cNvPr>
          <p:cNvSpPr/>
          <p:nvPr/>
        </p:nvSpPr>
        <p:spPr>
          <a:xfrm>
            <a:off x="2657065" y="3105113"/>
            <a:ext cx="1729582" cy="17295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7" name="Text Box 5">
            <a:extLst>
              <a:ext uri="{FF2B5EF4-FFF2-40B4-BE49-F238E27FC236}">
                <a16:creationId xmlns:a16="http://schemas.microsoft.com/office/drawing/2014/main" id="{1BD2A3A2-7820-4847-8517-70DFC7A5830A}"/>
              </a:ext>
            </a:extLst>
          </p:cNvPr>
          <p:cNvSpPr txBox="1"/>
          <p:nvPr/>
        </p:nvSpPr>
        <p:spPr>
          <a:xfrm>
            <a:off x="2996287" y="2489850"/>
            <a:ext cx="1084268" cy="494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Light" panose="00000400000000000000" charset="0"/>
                <a:ea typeface="+mn-ea"/>
                <a:cs typeface="Montserrat Light" panose="00000400000000000000" charset="0"/>
                <a:sym typeface="+mn-ea"/>
              </a:rPr>
              <a:t>Kích thước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 ExtraBold" panose="00000900000000000000" charset="0"/>
                <a:ea typeface="+mn-ea"/>
                <a:cs typeface="Montserrat ExtraBold" panose="00000900000000000000" charset="0"/>
                <a:sym typeface="+mn-ea"/>
              </a:rPr>
              <a:t>SIZE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 ExtraBold" panose="00000900000000000000" charset="0"/>
              <a:ea typeface="+mn-ea"/>
              <a:cs typeface="Montserrat ExtraBold" panose="00000900000000000000" charset="0"/>
              <a:sym typeface="+mn-ea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B2CAFF4-2253-4175-A428-2EF2249F62FE}"/>
              </a:ext>
            </a:extLst>
          </p:cNvPr>
          <p:cNvCxnSpPr>
            <a:stCxn id="108" idx="2"/>
            <a:endCxn id="108" idx="6"/>
          </p:cNvCxnSpPr>
          <p:nvPr/>
        </p:nvCxnSpPr>
        <p:spPr>
          <a:xfrm>
            <a:off x="2657065" y="3969905"/>
            <a:ext cx="17295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D960266-683C-4439-9C5F-6FAE6B628231}"/>
              </a:ext>
            </a:extLst>
          </p:cNvPr>
          <p:cNvSpPr txBox="1"/>
          <p:nvPr/>
        </p:nvSpPr>
        <p:spPr>
          <a:xfrm>
            <a:off x="2756423" y="3610585"/>
            <a:ext cx="1506200" cy="349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800x1600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0A09773-5638-4BD4-A12C-0C537C1CB010}"/>
              </a:ext>
            </a:extLst>
          </p:cNvPr>
          <p:cNvSpPr txBox="1"/>
          <p:nvPr/>
        </p:nvSpPr>
        <p:spPr>
          <a:xfrm>
            <a:off x="2756423" y="3995263"/>
            <a:ext cx="1506200" cy="349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1200x1200</a:t>
            </a:r>
          </a:p>
        </p:txBody>
      </p: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429D593E-37F1-41B5-8D0C-8DB46A6DC0AB}"/>
              </a:ext>
            </a:extLst>
          </p:cNvPr>
          <p:cNvGrpSpPr/>
          <p:nvPr/>
        </p:nvGrpSpPr>
        <p:grpSpPr>
          <a:xfrm>
            <a:off x="244713" y="3083874"/>
            <a:ext cx="1304926" cy="1203215"/>
            <a:chOff x="244713" y="2420657"/>
            <a:chExt cx="1304926" cy="1203215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DBAF835-2585-499F-B017-DC863AB29BEA}"/>
                </a:ext>
              </a:extLst>
            </p:cNvPr>
            <p:cNvSpPr txBox="1"/>
            <p:nvPr/>
          </p:nvSpPr>
          <p:spPr>
            <a:xfrm>
              <a:off x="373605" y="2547466"/>
              <a:ext cx="10471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vi-VN" sz="5400" b="1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+mj-lt"/>
                  <a:ea typeface="+mn-ea"/>
                  <a:sym typeface="Arial"/>
                </a:rPr>
                <a:t>04</a:t>
              </a:r>
              <a:endParaRPr kumimoji="0" lang="en-US" sz="5400" b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sym typeface="Arial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2029BB2-6974-4350-B682-2FB350F7EA2B}"/>
                </a:ext>
              </a:extLst>
            </p:cNvPr>
            <p:cNvSpPr txBox="1"/>
            <p:nvPr/>
          </p:nvSpPr>
          <p:spPr>
            <a:xfrm>
              <a:off x="244713" y="2420657"/>
              <a:ext cx="13049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vi-V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UNITED TILE 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84EB63D-A3EA-4D40-A2E6-EF531112442F}"/>
                </a:ext>
              </a:extLst>
            </p:cNvPr>
            <p:cNvSpPr txBox="1"/>
            <p:nvPr/>
          </p:nvSpPr>
          <p:spPr>
            <a:xfrm>
              <a:off x="345341" y="3316095"/>
              <a:ext cx="1103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PRODUCT</a:t>
              </a:r>
              <a:r>
                <a:rPr kumimoji="0" lang="vi-V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 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700E750-DE05-EF79-FC9C-61EDF809C1EA}"/>
              </a:ext>
            </a:extLst>
          </p:cNvPr>
          <p:cNvSpPr/>
          <p:nvPr/>
        </p:nvSpPr>
        <p:spPr>
          <a:xfrm>
            <a:off x="0" y="978569"/>
            <a:ext cx="12192000" cy="58794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2F561-656F-1FD2-13B5-1E630A299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8701" y="1305123"/>
            <a:ext cx="5087927" cy="5087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BC02D-32AD-A65D-3478-B54388A07B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1303497"/>
            <a:ext cx="1673401" cy="1673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D15A6-6787-E365-2783-02E7760B96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2526" y="1303071"/>
            <a:ext cx="1674251" cy="1674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118023-A40E-9B99-BE1F-2109C0003F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3002432"/>
            <a:ext cx="1673401" cy="167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0828D-A797-4116-9641-0571BFED09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3002432"/>
            <a:ext cx="1673401" cy="1673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D232CF-7D1A-B822-4EB8-AD24338380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1303071"/>
            <a:ext cx="1674251" cy="1674251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43B609C-D4F9-B52C-EE3D-8CD75F217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651490" y="221615"/>
            <a:ext cx="1029335" cy="221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3BCA832-D912-E23A-91F5-D93E2846BCED}"/>
              </a:ext>
            </a:extLst>
          </p:cNvPr>
          <p:cNvGrpSpPr/>
          <p:nvPr/>
        </p:nvGrpSpPr>
        <p:grpSpPr>
          <a:xfrm>
            <a:off x="666620" y="5034039"/>
            <a:ext cx="1491492" cy="1454329"/>
            <a:chOff x="2327875" y="5034039"/>
            <a:chExt cx="1491492" cy="1454329"/>
          </a:xfrm>
        </p:grpSpPr>
        <p:sp>
          <p:nvSpPr>
            <p:cNvPr id="26" name="Rectangles 4">
              <a:extLst>
                <a:ext uri="{FF2B5EF4-FFF2-40B4-BE49-F238E27FC236}">
                  <a16:creationId xmlns:a16="http://schemas.microsoft.com/office/drawing/2014/main" id="{2607C85A-5465-47F9-DB10-DD9BAB46F8D7}"/>
                </a:ext>
              </a:extLst>
            </p:cNvPr>
            <p:cNvSpPr/>
            <p:nvPr/>
          </p:nvSpPr>
          <p:spPr>
            <a:xfrm rot="5400000">
              <a:off x="2433286" y="5326774"/>
              <a:ext cx="653415" cy="64516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27" name="Rectangles 10">
              <a:extLst>
                <a:ext uri="{FF2B5EF4-FFF2-40B4-BE49-F238E27FC236}">
                  <a16:creationId xmlns:a16="http://schemas.microsoft.com/office/drawing/2014/main" id="{3B769165-5F7B-B0D8-2103-014B45BC9FCB}"/>
                </a:ext>
              </a:extLst>
            </p:cNvPr>
            <p:cNvSpPr/>
            <p:nvPr/>
          </p:nvSpPr>
          <p:spPr>
            <a:xfrm rot="5400000">
              <a:off x="2902551" y="5565534"/>
              <a:ext cx="387985" cy="76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D917121C-FB5C-EDB6-387A-B96A78F99178}"/>
                </a:ext>
              </a:extLst>
            </p:cNvPr>
            <p:cNvSpPr txBox="1"/>
            <p:nvPr/>
          </p:nvSpPr>
          <p:spPr>
            <a:xfrm>
              <a:off x="2713399" y="5380753"/>
              <a:ext cx="51181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KoHo" panose="00000500000000000000" charset="0"/>
                  <a:ea typeface="Calibri" panose="020F0502020204030204" charset="0"/>
                  <a:cs typeface="KoHo" panose="00000500000000000000" charset="0"/>
                  <a:sym typeface="Arial"/>
                </a:rPr>
                <a:t>1200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KoHo" panose="00000500000000000000" charset="0"/>
                  <a:ea typeface="Calibri" panose="020F0502020204030204" charset="0"/>
                  <a:cs typeface="KoHo" panose="00000500000000000000" charset="0"/>
                  <a:sym typeface="Arial"/>
                </a:rPr>
                <a:t>1200</a:t>
              </a:r>
            </a:p>
          </p:txBody>
        </p:sp>
        <p:sp>
          <p:nvSpPr>
            <p:cNvPr id="21" name="Rectangles 1">
              <a:extLst>
                <a:ext uri="{FF2B5EF4-FFF2-40B4-BE49-F238E27FC236}">
                  <a16:creationId xmlns:a16="http://schemas.microsoft.com/office/drawing/2014/main" id="{3A13E153-54F6-8695-7ECC-36D6753167B6}"/>
                </a:ext>
              </a:extLst>
            </p:cNvPr>
            <p:cNvSpPr/>
            <p:nvPr/>
          </p:nvSpPr>
          <p:spPr>
            <a:xfrm>
              <a:off x="3176236" y="5034039"/>
              <a:ext cx="467360" cy="9429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22" name="Rectangles 16">
              <a:extLst>
                <a:ext uri="{FF2B5EF4-FFF2-40B4-BE49-F238E27FC236}">
                  <a16:creationId xmlns:a16="http://schemas.microsoft.com/office/drawing/2014/main" id="{4C5B41AF-1EE3-D81F-A818-D83179355910}"/>
                </a:ext>
              </a:extLst>
            </p:cNvPr>
            <p:cNvSpPr/>
            <p:nvPr/>
          </p:nvSpPr>
          <p:spPr>
            <a:xfrm rot="5400000">
              <a:off x="3453096" y="5548389"/>
              <a:ext cx="387985" cy="76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4" name="TextBox 21">
              <a:extLst>
                <a:ext uri="{FF2B5EF4-FFF2-40B4-BE49-F238E27FC236}">
                  <a16:creationId xmlns:a16="http://schemas.microsoft.com/office/drawing/2014/main" id="{E6E63520-E8AD-3FD8-453B-92C05CAA5A06}"/>
                </a:ext>
              </a:extLst>
            </p:cNvPr>
            <p:cNvSpPr txBox="1"/>
            <p:nvPr/>
          </p:nvSpPr>
          <p:spPr>
            <a:xfrm>
              <a:off x="3265370" y="5354083"/>
              <a:ext cx="51054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KoHo" panose="00000500000000000000" charset="0"/>
                  <a:ea typeface="Calibri" panose="020F0502020204030204" charset="0"/>
                  <a:cs typeface="KoHo" panose="00000500000000000000" charset="0"/>
                  <a:sym typeface="Arial"/>
                </a:rPr>
                <a:t>800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KoHo" panose="00000500000000000000" charset="0"/>
                  <a:ea typeface="Calibri" panose="020F0502020204030204" charset="0"/>
                  <a:cs typeface="KoHo" panose="00000500000000000000" charset="0"/>
                  <a:sym typeface="Arial"/>
                </a:rPr>
                <a:t>1600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B60ED76-993A-6083-6568-A2DB6E838C57}"/>
                </a:ext>
              </a:extLst>
            </p:cNvPr>
            <p:cNvCxnSpPr>
              <a:cxnSpLocks/>
            </p:cNvCxnSpPr>
            <p:nvPr/>
          </p:nvCxnSpPr>
          <p:spPr>
            <a:xfrm>
              <a:off x="2437731" y="6276734"/>
              <a:ext cx="120586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23">
              <a:extLst>
                <a:ext uri="{FF2B5EF4-FFF2-40B4-BE49-F238E27FC236}">
                  <a16:creationId xmlns:a16="http://schemas.microsoft.com/office/drawing/2014/main" id="{E6753419-D45C-86BE-6B8A-3639D4792C6D}"/>
                </a:ext>
              </a:extLst>
            </p:cNvPr>
            <p:cNvSpPr txBox="1"/>
            <p:nvPr/>
          </p:nvSpPr>
          <p:spPr>
            <a:xfrm>
              <a:off x="2327875" y="6272924"/>
              <a:ext cx="14478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Ho ExtraLight" panose="00000300000000000000" charset="0"/>
                  <a:ea typeface="+mn-ea"/>
                  <a:cs typeface="KoHo ExtraLight" panose="00000300000000000000" charset="0"/>
                  <a:sym typeface="Arial"/>
                </a:rPr>
                <a:t> Porcelain/    Polished/    Matt</a:t>
              </a:r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ABE36701-5EBA-9662-85E1-9F0C2583D119}"/>
                </a:ext>
              </a:extLst>
            </p:cNvPr>
            <p:cNvSpPr txBox="1"/>
            <p:nvPr/>
          </p:nvSpPr>
          <p:spPr>
            <a:xfrm>
              <a:off x="2349093" y="5987076"/>
              <a:ext cx="14702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  <a:sym typeface="Arial"/>
                </a:rPr>
                <a:t>NY1-P121201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146D1E8-038B-4731-0609-C7C7D99E22F5}"/>
              </a:ext>
            </a:extLst>
          </p:cNvPr>
          <p:cNvSpPr/>
          <p:nvPr/>
        </p:nvSpPr>
        <p:spPr>
          <a:xfrm>
            <a:off x="4151674" y="3003707"/>
            <a:ext cx="1672125" cy="1672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VN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3ABB8F-F9BF-E016-F1C3-3395A4EE87C1}"/>
              </a:ext>
            </a:extLst>
          </p:cNvPr>
          <p:cNvCxnSpPr/>
          <p:nvPr/>
        </p:nvCxnSpPr>
        <p:spPr>
          <a:xfrm>
            <a:off x="4149548" y="3001581"/>
            <a:ext cx="1675527" cy="16742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3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2F561-656F-1FD2-13B5-1E630A299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8701" y="1247700"/>
            <a:ext cx="5087927" cy="5087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BC02D-32AD-A65D-3478-B54388A07B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1303497"/>
            <a:ext cx="1673401" cy="1673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D15A6-6787-E365-2783-02E7760B96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2526" y="1303071"/>
            <a:ext cx="1674251" cy="16742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D232CF-7D1A-B822-4EB8-AD24338380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1303071"/>
            <a:ext cx="1674251" cy="1674251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43B609C-D4F9-B52C-EE3D-8CD75F217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651490" y="221615"/>
            <a:ext cx="1029335" cy="221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s 4">
            <a:extLst>
              <a:ext uri="{FF2B5EF4-FFF2-40B4-BE49-F238E27FC236}">
                <a16:creationId xmlns:a16="http://schemas.microsoft.com/office/drawing/2014/main" id="{B750389E-EEF1-5A08-77E1-75C21BEF8065}"/>
              </a:ext>
            </a:extLst>
          </p:cNvPr>
          <p:cNvSpPr/>
          <p:nvPr/>
        </p:nvSpPr>
        <p:spPr>
          <a:xfrm rot="5400000">
            <a:off x="772031" y="5326774"/>
            <a:ext cx="653415" cy="6451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s 10">
            <a:extLst>
              <a:ext uri="{FF2B5EF4-FFF2-40B4-BE49-F238E27FC236}">
                <a16:creationId xmlns:a16="http://schemas.microsoft.com/office/drawing/2014/main" id="{E65E7C84-A6E8-F240-B91E-6C951CF7B214}"/>
              </a:ext>
            </a:extLst>
          </p:cNvPr>
          <p:cNvSpPr/>
          <p:nvPr/>
        </p:nvSpPr>
        <p:spPr>
          <a:xfrm rot="5400000">
            <a:off x="1241296" y="5565534"/>
            <a:ext cx="387985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986E7A7A-D2F2-3D1B-3265-76AD6E220F7D}"/>
              </a:ext>
            </a:extLst>
          </p:cNvPr>
          <p:cNvSpPr txBox="1"/>
          <p:nvPr/>
        </p:nvSpPr>
        <p:spPr>
          <a:xfrm>
            <a:off x="1063740" y="5380753"/>
            <a:ext cx="5118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1200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1200</a:t>
            </a:r>
          </a:p>
        </p:txBody>
      </p:sp>
      <p:sp>
        <p:nvSpPr>
          <p:cNvPr id="23" name="Rectangles 1">
            <a:extLst>
              <a:ext uri="{FF2B5EF4-FFF2-40B4-BE49-F238E27FC236}">
                <a16:creationId xmlns:a16="http://schemas.microsoft.com/office/drawing/2014/main" id="{055BC074-9E19-3E2D-19FD-47B42B6FC702}"/>
              </a:ext>
            </a:extLst>
          </p:cNvPr>
          <p:cNvSpPr/>
          <p:nvPr/>
        </p:nvSpPr>
        <p:spPr>
          <a:xfrm>
            <a:off x="1514981" y="5034039"/>
            <a:ext cx="467360" cy="94297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4" name="Rectangles 16">
            <a:extLst>
              <a:ext uri="{FF2B5EF4-FFF2-40B4-BE49-F238E27FC236}">
                <a16:creationId xmlns:a16="http://schemas.microsoft.com/office/drawing/2014/main" id="{ADE5FEFB-4E0F-0B35-981A-0F8F4C4FED14}"/>
              </a:ext>
            </a:extLst>
          </p:cNvPr>
          <p:cNvSpPr/>
          <p:nvPr/>
        </p:nvSpPr>
        <p:spPr>
          <a:xfrm rot="5400000">
            <a:off x="1791841" y="5548389"/>
            <a:ext cx="387985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9C78AE3D-9C91-D24E-49F4-0C9D7A7419D9}"/>
              </a:ext>
            </a:extLst>
          </p:cNvPr>
          <p:cNvSpPr txBox="1"/>
          <p:nvPr/>
        </p:nvSpPr>
        <p:spPr>
          <a:xfrm>
            <a:off x="1598014" y="5354083"/>
            <a:ext cx="5105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800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1600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3FCC44-66D6-D1F3-C352-9D9CD2D99365}"/>
              </a:ext>
            </a:extLst>
          </p:cNvPr>
          <p:cNvCxnSpPr>
            <a:cxnSpLocks/>
          </p:cNvCxnSpPr>
          <p:nvPr/>
        </p:nvCxnSpPr>
        <p:spPr>
          <a:xfrm>
            <a:off x="776476" y="6276734"/>
            <a:ext cx="120586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42354E-BADD-CCF3-9399-801A497BE76F}"/>
              </a:ext>
            </a:extLst>
          </p:cNvPr>
          <p:cNvSpPr txBox="1"/>
          <p:nvPr/>
        </p:nvSpPr>
        <p:spPr>
          <a:xfrm>
            <a:off x="666620" y="6272924"/>
            <a:ext cx="14478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 ExtraLight" panose="00000300000000000000" charset="0"/>
                <a:ea typeface="+mn-ea"/>
                <a:cs typeface="KoHo ExtraLight" panose="00000300000000000000" charset="0"/>
                <a:sym typeface="Arial"/>
              </a:rPr>
              <a:t> Porcelain/    Polished/    Matt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0F328B74-7DDA-E772-2969-58290511EE00}"/>
              </a:ext>
            </a:extLst>
          </p:cNvPr>
          <p:cNvSpPr txBox="1"/>
          <p:nvPr/>
        </p:nvSpPr>
        <p:spPr>
          <a:xfrm>
            <a:off x="687838" y="5987076"/>
            <a:ext cx="1470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t>NY2-P121204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276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2F561-656F-1FD2-13B5-1E630A299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8701" y="1247700"/>
            <a:ext cx="5087927" cy="5087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BC02D-32AD-A65D-3478-B54388A07B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1303497"/>
            <a:ext cx="1673401" cy="1673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D15A6-6787-E365-2783-02E7760B96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2526" y="1303071"/>
            <a:ext cx="1674251" cy="1674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118023-A40E-9B99-BE1F-2109C0003F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3012295"/>
            <a:ext cx="1673400" cy="167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0828D-A797-4116-9641-0571BFED09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3012295"/>
            <a:ext cx="1673400" cy="1673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D232CF-7D1A-B822-4EB8-AD24338380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1303071"/>
            <a:ext cx="1674251" cy="1674251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43B609C-D4F9-B52C-EE3D-8CD75F217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651490" y="221615"/>
            <a:ext cx="1029335" cy="221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s 4">
            <a:extLst>
              <a:ext uri="{FF2B5EF4-FFF2-40B4-BE49-F238E27FC236}">
                <a16:creationId xmlns:a16="http://schemas.microsoft.com/office/drawing/2014/main" id="{62ACC09F-AF66-DA9F-4887-9241C9CE34E6}"/>
              </a:ext>
            </a:extLst>
          </p:cNvPr>
          <p:cNvSpPr/>
          <p:nvPr/>
        </p:nvSpPr>
        <p:spPr>
          <a:xfrm rot="5400000">
            <a:off x="772031" y="5326774"/>
            <a:ext cx="653415" cy="6451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8" name="Rectangles 10">
            <a:extLst>
              <a:ext uri="{FF2B5EF4-FFF2-40B4-BE49-F238E27FC236}">
                <a16:creationId xmlns:a16="http://schemas.microsoft.com/office/drawing/2014/main" id="{B8004A87-DEDE-F3C6-4937-982B0A6ECF6E}"/>
              </a:ext>
            </a:extLst>
          </p:cNvPr>
          <p:cNvSpPr/>
          <p:nvPr/>
        </p:nvSpPr>
        <p:spPr>
          <a:xfrm rot="5400000">
            <a:off x="1241296" y="5565534"/>
            <a:ext cx="387985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A87E03F9-95A1-E603-935A-BE697712786F}"/>
              </a:ext>
            </a:extLst>
          </p:cNvPr>
          <p:cNvSpPr txBox="1"/>
          <p:nvPr/>
        </p:nvSpPr>
        <p:spPr>
          <a:xfrm>
            <a:off x="1063740" y="5380753"/>
            <a:ext cx="5118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1200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1200</a:t>
            </a:r>
          </a:p>
        </p:txBody>
      </p:sp>
      <p:sp>
        <p:nvSpPr>
          <p:cNvPr id="15" name="Rectangles 1">
            <a:extLst>
              <a:ext uri="{FF2B5EF4-FFF2-40B4-BE49-F238E27FC236}">
                <a16:creationId xmlns:a16="http://schemas.microsoft.com/office/drawing/2014/main" id="{BB5F71EC-DCFE-7387-AED6-029D67EC8D79}"/>
              </a:ext>
            </a:extLst>
          </p:cNvPr>
          <p:cNvSpPr/>
          <p:nvPr/>
        </p:nvSpPr>
        <p:spPr>
          <a:xfrm>
            <a:off x="1514981" y="5034039"/>
            <a:ext cx="467360" cy="94297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6" name="Rectangles 16">
            <a:extLst>
              <a:ext uri="{FF2B5EF4-FFF2-40B4-BE49-F238E27FC236}">
                <a16:creationId xmlns:a16="http://schemas.microsoft.com/office/drawing/2014/main" id="{2AB5A5E9-235A-C13C-B778-DC4E28CB50CB}"/>
              </a:ext>
            </a:extLst>
          </p:cNvPr>
          <p:cNvSpPr/>
          <p:nvPr/>
        </p:nvSpPr>
        <p:spPr>
          <a:xfrm rot="5400000">
            <a:off x="1791841" y="5548389"/>
            <a:ext cx="387985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40DC5C04-8DEF-5564-152F-6171B3F6C014}"/>
              </a:ext>
            </a:extLst>
          </p:cNvPr>
          <p:cNvSpPr txBox="1"/>
          <p:nvPr/>
        </p:nvSpPr>
        <p:spPr>
          <a:xfrm>
            <a:off x="1598014" y="5354083"/>
            <a:ext cx="5105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800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1600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CEFC44-2E96-DF2B-74DE-F123321E7064}"/>
              </a:ext>
            </a:extLst>
          </p:cNvPr>
          <p:cNvCxnSpPr>
            <a:cxnSpLocks/>
          </p:cNvCxnSpPr>
          <p:nvPr/>
        </p:nvCxnSpPr>
        <p:spPr>
          <a:xfrm>
            <a:off x="776476" y="6276734"/>
            <a:ext cx="120586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507B2B-EF58-F6AA-8DDC-C46837F8CC5F}"/>
              </a:ext>
            </a:extLst>
          </p:cNvPr>
          <p:cNvSpPr txBox="1"/>
          <p:nvPr/>
        </p:nvSpPr>
        <p:spPr>
          <a:xfrm>
            <a:off x="666620" y="6272924"/>
            <a:ext cx="14478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 ExtraLight" panose="00000300000000000000" charset="0"/>
                <a:ea typeface="+mn-ea"/>
                <a:cs typeface="KoHo ExtraLight" panose="00000300000000000000" charset="0"/>
                <a:sym typeface="Arial"/>
              </a:rPr>
              <a:t> Porcelain/    Polished/    Matt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A1CED903-8929-E46A-981E-ED12E5877652}"/>
              </a:ext>
            </a:extLst>
          </p:cNvPr>
          <p:cNvSpPr txBox="1"/>
          <p:nvPr/>
        </p:nvSpPr>
        <p:spPr>
          <a:xfrm>
            <a:off x="687838" y="5987076"/>
            <a:ext cx="1470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t>NY3-P121201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9111E-A181-B80C-BE6C-10B558390FAF}"/>
              </a:ext>
            </a:extLst>
          </p:cNvPr>
          <p:cNvSpPr/>
          <p:nvPr/>
        </p:nvSpPr>
        <p:spPr>
          <a:xfrm>
            <a:off x="4151674" y="2994938"/>
            <a:ext cx="1690757" cy="169075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VN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2045B5-C7F4-3300-8ED7-62E85EC25280}"/>
              </a:ext>
            </a:extLst>
          </p:cNvPr>
          <p:cNvCxnSpPr/>
          <p:nvPr/>
        </p:nvCxnSpPr>
        <p:spPr>
          <a:xfrm>
            <a:off x="4149548" y="3001581"/>
            <a:ext cx="1675527" cy="16742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55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2F561-656F-1FD2-13B5-1E630A299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8701" y="1247700"/>
            <a:ext cx="5087927" cy="5087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BC02D-32AD-A65D-3478-B54388A07B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1303497"/>
            <a:ext cx="1673401" cy="1673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D15A6-6787-E365-2783-02E7760B96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2526" y="1303071"/>
            <a:ext cx="1674251" cy="1674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118023-A40E-9B99-BE1F-2109C0003F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3012295"/>
            <a:ext cx="1673400" cy="167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0828D-A797-4116-9641-0571BFED09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50" y="3012295"/>
            <a:ext cx="1673400" cy="1673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D232CF-7D1A-B822-4EB8-AD24338380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5262" y="1303071"/>
            <a:ext cx="1674251" cy="1674251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43B609C-D4F9-B52C-EE3D-8CD75F217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651490" y="221615"/>
            <a:ext cx="1029335" cy="221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s 4">
            <a:extLst>
              <a:ext uri="{FF2B5EF4-FFF2-40B4-BE49-F238E27FC236}">
                <a16:creationId xmlns:a16="http://schemas.microsoft.com/office/drawing/2014/main" id="{2607C85A-5465-47F9-DB10-DD9BAB46F8D7}"/>
              </a:ext>
            </a:extLst>
          </p:cNvPr>
          <p:cNvSpPr/>
          <p:nvPr/>
        </p:nvSpPr>
        <p:spPr>
          <a:xfrm rot="5400000">
            <a:off x="772031" y="5326774"/>
            <a:ext cx="653415" cy="6451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7" name="Rectangles 10">
            <a:extLst>
              <a:ext uri="{FF2B5EF4-FFF2-40B4-BE49-F238E27FC236}">
                <a16:creationId xmlns:a16="http://schemas.microsoft.com/office/drawing/2014/main" id="{3B769165-5F7B-B0D8-2103-014B45BC9FCB}"/>
              </a:ext>
            </a:extLst>
          </p:cNvPr>
          <p:cNvSpPr/>
          <p:nvPr/>
        </p:nvSpPr>
        <p:spPr>
          <a:xfrm rot="5400000">
            <a:off x="1241296" y="5565534"/>
            <a:ext cx="387985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D917121C-FB5C-EDB6-387A-B96A78F99178}"/>
              </a:ext>
            </a:extLst>
          </p:cNvPr>
          <p:cNvSpPr txBox="1"/>
          <p:nvPr/>
        </p:nvSpPr>
        <p:spPr>
          <a:xfrm>
            <a:off x="1063740" y="5380753"/>
            <a:ext cx="5118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1200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1200</a:t>
            </a:r>
          </a:p>
        </p:txBody>
      </p:sp>
      <p:sp>
        <p:nvSpPr>
          <p:cNvPr id="21" name="Rectangles 1">
            <a:extLst>
              <a:ext uri="{FF2B5EF4-FFF2-40B4-BE49-F238E27FC236}">
                <a16:creationId xmlns:a16="http://schemas.microsoft.com/office/drawing/2014/main" id="{3A13E153-54F6-8695-7ECC-36D6753167B6}"/>
              </a:ext>
            </a:extLst>
          </p:cNvPr>
          <p:cNvSpPr/>
          <p:nvPr/>
        </p:nvSpPr>
        <p:spPr>
          <a:xfrm>
            <a:off x="1514981" y="5034039"/>
            <a:ext cx="467360" cy="94297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Rectangles 16">
            <a:extLst>
              <a:ext uri="{FF2B5EF4-FFF2-40B4-BE49-F238E27FC236}">
                <a16:creationId xmlns:a16="http://schemas.microsoft.com/office/drawing/2014/main" id="{4C5B41AF-1EE3-D81F-A818-D83179355910}"/>
              </a:ext>
            </a:extLst>
          </p:cNvPr>
          <p:cNvSpPr/>
          <p:nvPr/>
        </p:nvSpPr>
        <p:spPr>
          <a:xfrm rot="5400000">
            <a:off x="1791841" y="5548389"/>
            <a:ext cx="387985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E6E63520-E8AD-3FD8-453B-92C05CAA5A06}"/>
              </a:ext>
            </a:extLst>
          </p:cNvPr>
          <p:cNvSpPr txBox="1"/>
          <p:nvPr/>
        </p:nvSpPr>
        <p:spPr>
          <a:xfrm>
            <a:off x="1598014" y="5354083"/>
            <a:ext cx="5105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800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" panose="00000500000000000000" charset="0"/>
                <a:ea typeface="Calibri" panose="020F0502020204030204" charset="0"/>
                <a:cs typeface="KoHo" panose="00000500000000000000" charset="0"/>
                <a:sym typeface="Arial"/>
              </a:rPr>
              <a:t>1600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60ED76-993A-6083-6568-A2DB6E838C57}"/>
              </a:ext>
            </a:extLst>
          </p:cNvPr>
          <p:cNvCxnSpPr>
            <a:cxnSpLocks/>
          </p:cNvCxnSpPr>
          <p:nvPr/>
        </p:nvCxnSpPr>
        <p:spPr>
          <a:xfrm>
            <a:off x="776476" y="6276734"/>
            <a:ext cx="120586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23">
            <a:extLst>
              <a:ext uri="{FF2B5EF4-FFF2-40B4-BE49-F238E27FC236}">
                <a16:creationId xmlns:a16="http://schemas.microsoft.com/office/drawing/2014/main" id="{E6753419-D45C-86BE-6B8A-3639D4792C6D}"/>
              </a:ext>
            </a:extLst>
          </p:cNvPr>
          <p:cNvSpPr txBox="1"/>
          <p:nvPr/>
        </p:nvSpPr>
        <p:spPr>
          <a:xfrm>
            <a:off x="666620" y="6272924"/>
            <a:ext cx="14478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Ho ExtraLight" panose="00000300000000000000" charset="0"/>
                <a:ea typeface="+mn-ea"/>
                <a:cs typeface="KoHo ExtraLight" panose="00000300000000000000" charset="0"/>
                <a:sym typeface="Arial"/>
              </a:rPr>
              <a:t> Porcelain/    Polished/    Matt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ABE36701-5EBA-9662-85E1-9F0C2583D119}"/>
              </a:ext>
            </a:extLst>
          </p:cNvPr>
          <p:cNvSpPr txBox="1"/>
          <p:nvPr/>
        </p:nvSpPr>
        <p:spPr>
          <a:xfrm>
            <a:off x="687838" y="5987076"/>
            <a:ext cx="1470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t>NY3-P121202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ACE5B-D49F-B948-CDBF-E651A0DCE069}"/>
              </a:ext>
            </a:extLst>
          </p:cNvPr>
          <p:cNvSpPr/>
          <p:nvPr/>
        </p:nvSpPr>
        <p:spPr>
          <a:xfrm>
            <a:off x="4151674" y="2994938"/>
            <a:ext cx="1690757" cy="169075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VN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17F0A-6B7F-26E6-4B82-A6E3D8564845}"/>
              </a:ext>
            </a:extLst>
          </p:cNvPr>
          <p:cNvCxnSpPr/>
          <p:nvPr/>
        </p:nvCxnSpPr>
        <p:spPr>
          <a:xfrm>
            <a:off x="4149548" y="3001581"/>
            <a:ext cx="1675527" cy="16742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27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74</Words>
  <Application>Microsoft Macintosh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Baskerville Old Face</vt:lpstr>
      <vt:lpstr>Calibri</vt:lpstr>
      <vt:lpstr>Calibri Light</vt:lpstr>
      <vt:lpstr>Century</vt:lpstr>
      <vt:lpstr>KoHo</vt:lpstr>
      <vt:lpstr>KoHo ExtraLight</vt:lpstr>
      <vt:lpstr>Montserrat ExtraBold</vt:lpstr>
      <vt:lpstr>Montserrat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Trang Huynh</dc:creator>
  <cp:lastModifiedBy>Microsoft Office User</cp:lastModifiedBy>
  <cp:revision>110</cp:revision>
  <dcterms:created xsi:type="dcterms:W3CDTF">2020-11-01T14:46:00Z</dcterms:created>
  <dcterms:modified xsi:type="dcterms:W3CDTF">2024-07-08T09:55:41Z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1033-11.2.0.11130</vt:lpwstr>
  </property>
  <property fmtid="{D5CDD505-2E9C-101B-9397-08002B2CF9AE}" pid="3" name="ICV">
    <vt:lpwstr>CE2CBAB087CD417A9B49A3609EE0093C</vt:lpwstr>
  </property>
</Properties>
</file>