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737" r:id="rId2"/>
    <p:sldId id="826" r:id="rId3"/>
    <p:sldId id="827" r:id="rId4"/>
    <p:sldId id="828" r:id="rId5"/>
    <p:sldId id="82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AA0BC4A-D0D7-4E01-9017-8DD014F2E681}">
          <p14:sldIdLst>
            <p14:sldId id="737"/>
            <p14:sldId id="826"/>
            <p14:sldId id="827"/>
            <p14:sldId id="828"/>
            <p14:sldId id="829"/>
          </p14:sldIdLst>
        </p14:section>
        <p14:section name="Untitled Section" id="{5EE891A9-CA87-40F1-8087-78C3AFDDD3C3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r Lực" initials="ML" lastIdx="5" clrIdx="0">
    <p:extLst>
      <p:ext uri="{19B8F6BF-5375-455C-9EA6-DF929625EA0E}">
        <p15:presenceInfo xmlns:p15="http://schemas.microsoft.com/office/powerpoint/2012/main" userId="Mr Lự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E1F26"/>
    <a:srgbClr val="AE2328"/>
    <a:srgbClr val="E3B57D"/>
    <a:srgbClr val="A6A6A6"/>
    <a:srgbClr val="E1E2DD"/>
    <a:srgbClr val="E18E26"/>
    <a:srgbClr val="C3B9A3"/>
    <a:srgbClr val="60554B"/>
    <a:srgbClr val="202023"/>
    <a:srgbClr val="2829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6183" autoAdjust="0"/>
  </p:normalViewPr>
  <p:slideViewPr>
    <p:cSldViewPr snapToGrid="0">
      <p:cViewPr varScale="1">
        <p:scale>
          <a:sx n="153" d="100"/>
          <a:sy n="153" d="100"/>
        </p:scale>
        <p:origin x="148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DF077E-F266-49E6-B530-82601C6CD88E}" type="datetimeFigureOut">
              <a:rPr lang="en-US" smtClean="0"/>
              <a:t>9/20/2025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AAF405-94FF-477A-82DD-42CA110574B5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3D92D-334D-441C-B8DB-708E45F7B53A}" type="datetimeFigureOut">
              <a:rPr lang="en-US" smtClean="0"/>
              <a:t>9/20/2025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2E4BB-893B-4E2A-B4C6-E9136E3AC65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3D92D-334D-441C-B8DB-708E45F7B53A}" type="datetimeFigureOut">
              <a:rPr lang="en-US" smtClean="0"/>
              <a:t>9/20/2025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2E4BB-893B-4E2A-B4C6-E9136E3AC65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3D92D-334D-441C-B8DB-708E45F7B53A}" type="datetimeFigureOut">
              <a:rPr lang="en-US" smtClean="0"/>
              <a:t>9/20/2025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2E4BB-893B-4E2A-B4C6-E9136E3AC65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3D92D-334D-441C-B8DB-708E45F7B53A}" type="datetimeFigureOut">
              <a:rPr lang="en-US" smtClean="0"/>
              <a:t>9/20/2025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2E4BB-893B-4E2A-B4C6-E9136E3AC65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3D92D-334D-441C-B8DB-708E45F7B53A}" type="datetimeFigureOut">
              <a:rPr lang="en-US" smtClean="0"/>
              <a:t>9/20/2025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2E4BB-893B-4E2A-B4C6-E9136E3AC65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3D92D-334D-441C-B8DB-708E45F7B53A}" type="datetimeFigureOut">
              <a:rPr lang="en-US" smtClean="0"/>
              <a:t>9/20/2025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2E4BB-893B-4E2A-B4C6-E9136E3AC65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3D92D-334D-441C-B8DB-708E45F7B53A}" type="datetimeFigureOut">
              <a:rPr lang="en-US" smtClean="0"/>
              <a:t>9/20/2025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2E4BB-893B-4E2A-B4C6-E9136E3AC65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3D92D-334D-441C-B8DB-708E45F7B53A}" type="datetimeFigureOut">
              <a:rPr lang="en-US" smtClean="0"/>
              <a:t>9/20/2025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2E4BB-893B-4E2A-B4C6-E9136E3AC65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3D92D-334D-441C-B8DB-708E45F7B53A}" type="datetimeFigureOut">
              <a:rPr lang="en-US" smtClean="0"/>
              <a:t>9/20/2025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2E4BB-893B-4E2A-B4C6-E9136E3AC65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3D92D-334D-441C-B8DB-708E45F7B53A}" type="datetimeFigureOut">
              <a:rPr lang="en-US" smtClean="0"/>
              <a:t>9/20/2025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2E4BB-893B-4E2A-B4C6-E9136E3AC65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3D92D-334D-441C-B8DB-708E45F7B53A}" type="datetimeFigureOut">
              <a:rPr lang="en-US" smtClean="0"/>
              <a:t>9/20/2025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2E4BB-893B-4E2A-B4C6-E9136E3AC65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C3D92D-334D-441C-B8DB-708E45F7B53A}" type="datetimeFigureOut">
              <a:rPr lang="en-US" smtClean="0"/>
              <a:t>9/20/2025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F2E4BB-893B-4E2A-B4C6-E9136E3AC652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3.svg"/><Relationship Id="rId7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Relationship Id="rId9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3.svg"/><Relationship Id="rId7" Type="http://schemas.openxmlformats.org/officeDocument/2006/relationships/image" Target="../media/image1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Relationship Id="rId9" Type="http://schemas.openxmlformats.org/officeDocument/2006/relationships/image" Target="../media/image15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eg"/><Relationship Id="rId3" Type="http://schemas.openxmlformats.org/officeDocument/2006/relationships/image" Target="../media/image3.svg"/><Relationship Id="rId7" Type="http://schemas.openxmlformats.org/officeDocument/2006/relationships/image" Target="../media/image19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4" Type="http://schemas.openxmlformats.org/officeDocument/2006/relationships/image" Target="../media/image16.jpeg"/><Relationship Id="rId9" Type="http://schemas.openxmlformats.org/officeDocument/2006/relationships/image" Target="../media/image21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jpeg"/><Relationship Id="rId3" Type="http://schemas.openxmlformats.org/officeDocument/2006/relationships/image" Target="../media/image3.svg"/><Relationship Id="rId7" Type="http://schemas.openxmlformats.org/officeDocument/2006/relationships/image" Target="../media/image2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jpeg"/><Relationship Id="rId5" Type="http://schemas.openxmlformats.org/officeDocument/2006/relationships/image" Target="../media/image23.jpeg"/><Relationship Id="rId4" Type="http://schemas.openxmlformats.org/officeDocument/2006/relationships/image" Target="../media/image22.jpeg"/><Relationship Id="rId9" Type="http://schemas.openxmlformats.org/officeDocument/2006/relationships/image" Target="../media/image2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77FFD1B-A75E-C41B-8DDE-DB235DE06306}"/>
              </a:ext>
            </a:extLst>
          </p:cNvPr>
          <p:cNvSpPr/>
          <p:nvPr/>
        </p:nvSpPr>
        <p:spPr>
          <a:xfrm>
            <a:off x="3728036" y="4006111"/>
            <a:ext cx="622708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cs typeface="Leelawadee UI Semilight" panose="020B0402040204020203" pitchFamily="34" charset="-34"/>
              </a:rPr>
              <a:t>HẢI DƯƠNG 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alibri "/>
                <a:cs typeface="Leelawadee UI Semilight" panose="020B0402040204020203" pitchFamily="34" charset="-34"/>
              </a:rPr>
              <a:t>2025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cs typeface="Leelawadee UI Semilight" panose="020B0402040204020203" pitchFamily="34" charset="-34"/>
              </a:rPr>
              <a:t> </a:t>
            </a:r>
            <a:b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KhoHo"/>
                <a:cs typeface="Leelawadee UI Semilight" panose="020B0402040204020203" pitchFamily="34" charset="-34"/>
              </a:rPr>
            </a:br>
            <a:endParaRPr lang="en-US" sz="1900" b="1" dirty="0">
              <a:solidFill>
                <a:schemeClr val="accent6">
                  <a:lumMod val="75000"/>
                </a:schemeClr>
              </a:solidFill>
              <a:latin typeface="+mj-lt"/>
              <a:cs typeface="Leelawadee UI Semilight" panose="020B0402040204020203" pitchFamily="34" charset="-34"/>
            </a:endParaRP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FA6BCB36-70C6-4A83-EC9F-60BADB8CA8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77554" y="2016176"/>
            <a:ext cx="5103606" cy="16494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654DDAD-E72F-0641-583F-06CDA483D7BF}"/>
              </a:ext>
            </a:extLst>
          </p:cNvPr>
          <p:cNvSpPr txBox="1"/>
          <p:nvPr/>
        </p:nvSpPr>
        <p:spPr>
          <a:xfrm>
            <a:off x="4011930" y="4413297"/>
            <a:ext cx="6095306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50" b="1" dirty="0">
                <a:solidFill>
                  <a:schemeClr val="accent6">
                    <a:lumMod val="75000"/>
                  </a:schemeClr>
                </a:solidFill>
                <a:latin typeface="+mj-lt"/>
                <a:cs typeface="Leelawadee UI Semilight" panose="020B0402040204020203" pitchFamily="34" charset="-34"/>
              </a:rPr>
              <a:t>BỘ SẢN PHẨM ARIZONA 150mm x 800mm SEMI PORCELAIN </a:t>
            </a:r>
            <a:endParaRPr lang="en-US" sz="1650" dirty="0">
              <a:latin typeface="+mj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20BE845-3322-B3B5-B941-5D77409F2FDD}"/>
              </a:ext>
            </a:extLst>
          </p:cNvPr>
          <p:cNvCxnSpPr>
            <a:cxnSpLocks/>
          </p:cNvCxnSpPr>
          <p:nvPr/>
        </p:nvCxnSpPr>
        <p:spPr>
          <a:xfrm>
            <a:off x="2255626" y="621665"/>
            <a:ext cx="8209567" cy="0"/>
          </a:xfrm>
          <a:prstGeom prst="line">
            <a:avLst/>
          </a:prstGeom>
          <a:ln w="3175">
            <a:solidFill>
              <a:schemeClr val="accent6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1D6728B-7ED3-83FB-52B7-380D78B2F6BC}"/>
              </a:ext>
            </a:extLst>
          </p:cNvPr>
          <p:cNvSpPr txBox="1"/>
          <p:nvPr/>
        </p:nvSpPr>
        <p:spPr>
          <a:xfrm>
            <a:off x="260572" y="431561"/>
            <a:ext cx="212109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6"/>
                </a:solidFill>
                <a:latin typeface="Leelawadee UI Semilight" panose="020B0402040204020203" pitchFamily="34" charset="-34"/>
                <a:cs typeface="Leelawadee UI Semilight" panose="020B0402040204020203" pitchFamily="34" charset="-34"/>
              </a:rPr>
              <a:t>150mm x 800mm SEMI PORCELAIN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D30FAB8-310C-1F8E-C892-6C374FD89F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96218" y="280650"/>
            <a:ext cx="1055141" cy="3410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AD669FC-52DD-B369-453F-6378614E6A5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-20452" y="3010680"/>
            <a:ext cx="5667124" cy="10628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712BC0B-7D3F-9FAF-C7BF-F913490E9D3F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3527772" y="3010680"/>
            <a:ext cx="5667120" cy="10628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558970F-9F89-9D28-1FE1-22228D63952A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1166449" y="3010680"/>
            <a:ext cx="5667124" cy="10628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91F813D-A5DB-6DFA-15E5-57C98313956F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347111" y="3010680"/>
            <a:ext cx="5667121" cy="10628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7345FE4F-7C03-9594-C4E0-399E8C6C07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2989876"/>
              </p:ext>
            </p:extLst>
          </p:nvPr>
        </p:nvGraphicFramePr>
        <p:xfrm>
          <a:off x="10136091" y="4990767"/>
          <a:ext cx="1661278" cy="13849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0639">
                  <a:extLst>
                    <a:ext uri="{9D8B030D-6E8A-4147-A177-3AD203B41FA5}">
                      <a16:colId xmlns:a16="http://schemas.microsoft.com/office/drawing/2014/main" val="3814218658"/>
                    </a:ext>
                  </a:extLst>
                </a:gridCol>
                <a:gridCol w="830639">
                  <a:extLst>
                    <a:ext uri="{9D8B030D-6E8A-4147-A177-3AD203B41FA5}">
                      <a16:colId xmlns:a16="http://schemas.microsoft.com/office/drawing/2014/main" val="3824200044"/>
                    </a:ext>
                  </a:extLst>
                </a:gridCol>
              </a:tblGrid>
              <a:tr h="276983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Mã</a:t>
                      </a:r>
                      <a:r>
                        <a:rPr lang="en-US" sz="8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</a:t>
                      </a:r>
                      <a:r>
                        <a:rPr lang="en-US" sz="8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Sản</a:t>
                      </a:r>
                      <a:r>
                        <a:rPr lang="en-US" sz="8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</a:t>
                      </a:r>
                      <a:r>
                        <a:rPr lang="en-US" sz="8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Phẩm</a:t>
                      </a:r>
                      <a:endParaRPr lang="en-US" sz="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UZ GT15801</a:t>
                      </a: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6006530"/>
                  </a:ext>
                </a:extLst>
              </a:tr>
              <a:tr h="276983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Kích</a:t>
                      </a:r>
                      <a:r>
                        <a:rPr lang="en-US" sz="8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</a:t>
                      </a:r>
                      <a:r>
                        <a:rPr lang="en-US" sz="8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Thước</a:t>
                      </a:r>
                      <a:endParaRPr lang="en-US" sz="8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150mm x 800mm</a:t>
                      </a: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8486745"/>
                  </a:ext>
                </a:extLst>
              </a:tr>
              <a:tr h="276983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Xương</a:t>
                      </a:r>
                      <a:endParaRPr lang="en-US" sz="8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Semi </a:t>
                      </a:r>
                      <a:r>
                        <a:rPr lang="en-US" sz="8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Porcelance</a:t>
                      </a:r>
                      <a:endParaRPr lang="en-US" sz="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8766560"/>
                  </a:ext>
                </a:extLst>
              </a:tr>
              <a:tr h="276983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Men</a:t>
                      </a: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Matt</a:t>
                      </a: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740355"/>
                  </a:ext>
                </a:extLst>
              </a:tr>
              <a:tr h="276983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Face</a:t>
                      </a: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/>
                        <a:t>06</a:t>
                      </a: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0498225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11F3F4C3-E8CF-A7E2-B5A9-607CF51A65C9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4707066" y="3010680"/>
            <a:ext cx="5667120" cy="10628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C77D25E-78C5-C345-31DE-678A1B01E3E5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5893967" y="3010680"/>
            <a:ext cx="5667120" cy="10628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84930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FD30FAB8-310C-1F8E-C892-6C374FD89F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96218" y="280650"/>
            <a:ext cx="1055141" cy="3410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AD669FC-52DD-B369-453F-6378614E6A5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-17256" y="3010680"/>
            <a:ext cx="5660731" cy="10628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712BC0B-7D3F-9FAF-C7BF-F913490E9D3F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3530966" y="3010680"/>
            <a:ext cx="5660731" cy="10628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558970F-9F89-9D28-1FE1-22228D63952A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1169645" y="3010680"/>
            <a:ext cx="5660731" cy="10628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91F813D-A5DB-6DFA-15E5-57C98313956F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350306" y="3010680"/>
            <a:ext cx="5660731" cy="10628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7345FE4F-7C03-9594-C4E0-399E8C6C07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8924063"/>
              </p:ext>
            </p:extLst>
          </p:nvPr>
        </p:nvGraphicFramePr>
        <p:xfrm>
          <a:off x="10136091" y="4990767"/>
          <a:ext cx="1661278" cy="13849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0639">
                  <a:extLst>
                    <a:ext uri="{9D8B030D-6E8A-4147-A177-3AD203B41FA5}">
                      <a16:colId xmlns:a16="http://schemas.microsoft.com/office/drawing/2014/main" val="3814218658"/>
                    </a:ext>
                  </a:extLst>
                </a:gridCol>
                <a:gridCol w="830639">
                  <a:extLst>
                    <a:ext uri="{9D8B030D-6E8A-4147-A177-3AD203B41FA5}">
                      <a16:colId xmlns:a16="http://schemas.microsoft.com/office/drawing/2014/main" val="3824200044"/>
                    </a:ext>
                  </a:extLst>
                </a:gridCol>
              </a:tblGrid>
              <a:tr h="276983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Mã</a:t>
                      </a:r>
                      <a:r>
                        <a:rPr lang="en-US" sz="8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</a:t>
                      </a:r>
                      <a:r>
                        <a:rPr lang="en-US" sz="8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Sản</a:t>
                      </a:r>
                      <a:r>
                        <a:rPr lang="en-US" sz="8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</a:t>
                      </a:r>
                      <a:r>
                        <a:rPr lang="en-US" sz="8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Phẩm</a:t>
                      </a:r>
                      <a:endParaRPr lang="en-US" sz="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UZ GT15802</a:t>
                      </a: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6006530"/>
                  </a:ext>
                </a:extLst>
              </a:tr>
              <a:tr h="276983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Kích</a:t>
                      </a:r>
                      <a:r>
                        <a:rPr lang="en-US" sz="8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</a:t>
                      </a:r>
                      <a:r>
                        <a:rPr lang="en-US" sz="8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Thước</a:t>
                      </a:r>
                      <a:endParaRPr lang="en-US" sz="8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150mm x 800mm</a:t>
                      </a: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8486745"/>
                  </a:ext>
                </a:extLst>
              </a:tr>
              <a:tr h="276983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Xương</a:t>
                      </a:r>
                      <a:endParaRPr lang="en-US" sz="8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Semi </a:t>
                      </a:r>
                      <a:r>
                        <a:rPr lang="en-US" sz="8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Porcelance</a:t>
                      </a:r>
                      <a:endParaRPr lang="en-US" sz="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8766560"/>
                  </a:ext>
                </a:extLst>
              </a:tr>
              <a:tr h="276983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Men</a:t>
                      </a: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Matt</a:t>
                      </a: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740355"/>
                  </a:ext>
                </a:extLst>
              </a:tr>
              <a:tr h="276983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Face</a:t>
                      </a: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/>
                        <a:t>06</a:t>
                      </a: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0498225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11F3F4C3-E8CF-A7E2-B5A9-607CF51A65C9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4710260" y="3010680"/>
            <a:ext cx="5660731" cy="10628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C77D25E-78C5-C345-31DE-678A1B01E3E5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5897161" y="3010680"/>
            <a:ext cx="5660731" cy="10628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B6690A4-94AB-D3AF-3CAE-857D0297A51D}"/>
              </a:ext>
            </a:extLst>
          </p:cNvPr>
          <p:cNvCxnSpPr>
            <a:cxnSpLocks/>
          </p:cNvCxnSpPr>
          <p:nvPr/>
        </p:nvCxnSpPr>
        <p:spPr>
          <a:xfrm>
            <a:off x="2255626" y="621665"/>
            <a:ext cx="8209567" cy="0"/>
          </a:xfrm>
          <a:prstGeom prst="line">
            <a:avLst/>
          </a:prstGeom>
          <a:ln w="3175">
            <a:solidFill>
              <a:schemeClr val="accent6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ACD543B-E706-6F85-F501-F762A9F282C7}"/>
              </a:ext>
            </a:extLst>
          </p:cNvPr>
          <p:cNvSpPr txBox="1"/>
          <p:nvPr/>
        </p:nvSpPr>
        <p:spPr>
          <a:xfrm>
            <a:off x="260572" y="431561"/>
            <a:ext cx="212109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6"/>
                </a:solidFill>
                <a:latin typeface="Leelawadee UI Semilight" panose="020B0402040204020203" pitchFamily="34" charset="-34"/>
                <a:cs typeface="Leelawadee UI Semilight" panose="020B0402040204020203" pitchFamily="34" charset="-34"/>
              </a:rPr>
              <a:t>150mm x 800mm SEMI PORCELAIN</a:t>
            </a:r>
          </a:p>
        </p:txBody>
      </p:sp>
    </p:spTree>
    <p:extLst>
      <p:ext uri="{BB962C8B-B14F-4D97-AF65-F5344CB8AC3E}">
        <p14:creationId xmlns:p14="http://schemas.microsoft.com/office/powerpoint/2010/main" val="22272070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FD30FAB8-310C-1F8E-C892-6C374FD89F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96218" y="280650"/>
            <a:ext cx="1055141" cy="3410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AD669FC-52DD-B369-453F-6378614E6A5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-17256" y="3010680"/>
            <a:ext cx="5660731" cy="106288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712BC0B-7D3F-9FAF-C7BF-F913490E9D3F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3530966" y="3010680"/>
            <a:ext cx="5660731" cy="106288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558970F-9F89-9D28-1FE1-22228D63952A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1169645" y="3010680"/>
            <a:ext cx="5660731" cy="106288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91F813D-A5DB-6DFA-15E5-57C98313956F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350306" y="3010680"/>
            <a:ext cx="5660731" cy="106288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7345FE4F-7C03-9594-C4E0-399E8C6C07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4366408"/>
              </p:ext>
            </p:extLst>
          </p:nvPr>
        </p:nvGraphicFramePr>
        <p:xfrm>
          <a:off x="10136091" y="4990767"/>
          <a:ext cx="1661278" cy="13849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0639">
                  <a:extLst>
                    <a:ext uri="{9D8B030D-6E8A-4147-A177-3AD203B41FA5}">
                      <a16:colId xmlns:a16="http://schemas.microsoft.com/office/drawing/2014/main" val="3814218658"/>
                    </a:ext>
                  </a:extLst>
                </a:gridCol>
                <a:gridCol w="830639">
                  <a:extLst>
                    <a:ext uri="{9D8B030D-6E8A-4147-A177-3AD203B41FA5}">
                      <a16:colId xmlns:a16="http://schemas.microsoft.com/office/drawing/2014/main" val="3824200044"/>
                    </a:ext>
                  </a:extLst>
                </a:gridCol>
              </a:tblGrid>
              <a:tr h="276983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Mã</a:t>
                      </a:r>
                      <a:r>
                        <a:rPr lang="en-US" sz="8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</a:t>
                      </a:r>
                      <a:r>
                        <a:rPr lang="en-US" sz="8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Sản</a:t>
                      </a:r>
                      <a:r>
                        <a:rPr lang="en-US" sz="8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</a:t>
                      </a:r>
                      <a:r>
                        <a:rPr lang="en-US" sz="8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Phẩm</a:t>
                      </a:r>
                      <a:endParaRPr lang="en-US" sz="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UZ GT15803</a:t>
                      </a: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6006530"/>
                  </a:ext>
                </a:extLst>
              </a:tr>
              <a:tr h="276983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Kích</a:t>
                      </a:r>
                      <a:r>
                        <a:rPr lang="en-US" sz="8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</a:t>
                      </a:r>
                      <a:r>
                        <a:rPr lang="en-US" sz="8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Thước</a:t>
                      </a:r>
                      <a:endParaRPr lang="en-US" sz="8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150mm x 800mm</a:t>
                      </a: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8486745"/>
                  </a:ext>
                </a:extLst>
              </a:tr>
              <a:tr h="276983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Xương</a:t>
                      </a:r>
                      <a:endParaRPr lang="en-US" sz="8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Semi </a:t>
                      </a:r>
                      <a:r>
                        <a:rPr lang="en-US" sz="8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Porcelance</a:t>
                      </a:r>
                      <a:endParaRPr lang="en-US" sz="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8766560"/>
                  </a:ext>
                </a:extLst>
              </a:tr>
              <a:tr h="276983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Men</a:t>
                      </a: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Matt</a:t>
                      </a: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740355"/>
                  </a:ext>
                </a:extLst>
              </a:tr>
              <a:tr h="276983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Face</a:t>
                      </a: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/>
                        <a:t>06</a:t>
                      </a: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0498225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11F3F4C3-E8CF-A7E2-B5A9-607CF51A65C9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4710260" y="3010680"/>
            <a:ext cx="5660731" cy="106288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C77D25E-78C5-C345-31DE-678A1B01E3E5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5897161" y="3011279"/>
            <a:ext cx="5660731" cy="106168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560C919-06D5-8ABF-5979-EC23CF3F5879}"/>
              </a:ext>
            </a:extLst>
          </p:cNvPr>
          <p:cNvCxnSpPr>
            <a:cxnSpLocks/>
          </p:cNvCxnSpPr>
          <p:nvPr/>
        </p:nvCxnSpPr>
        <p:spPr>
          <a:xfrm>
            <a:off x="2255626" y="621665"/>
            <a:ext cx="8209567" cy="0"/>
          </a:xfrm>
          <a:prstGeom prst="line">
            <a:avLst/>
          </a:prstGeom>
          <a:ln w="3175">
            <a:solidFill>
              <a:schemeClr val="accent6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F16F445-1A1D-BA24-3D2C-7704280F4707}"/>
              </a:ext>
            </a:extLst>
          </p:cNvPr>
          <p:cNvSpPr txBox="1"/>
          <p:nvPr/>
        </p:nvSpPr>
        <p:spPr>
          <a:xfrm>
            <a:off x="260572" y="431561"/>
            <a:ext cx="212109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6"/>
                </a:solidFill>
                <a:latin typeface="Leelawadee UI Semilight" panose="020B0402040204020203" pitchFamily="34" charset="-34"/>
                <a:cs typeface="Leelawadee UI Semilight" panose="020B0402040204020203" pitchFamily="34" charset="-34"/>
              </a:rPr>
              <a:t>150mm x 800mm SEMI PORCELAIN</a:t>
            </a:r>
          </a:p>
        </p:txBody>
      </p:sp>
    </p:spTree>
    <p:extLst>
      <p:ext uri="{BB962C8B-B14F-4D97-AF65-F5344CB8AC3E}">
        <p14:creationId xmlns:p14="http://schemas.microsoft.com/office/powerpoint/2010/main" val="40205325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FD30FAB8-310C-1F8E-C892-6C374FD89F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96218" y="280650"/>
            <a:ext cx="1055141" cy="3410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AD669FC-52DD-B369-453F-6378614E6A5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-17254" y="3010680"/>
            <a:ext cx="5660726" cy="106288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712BC0B-7D3F-9FAF-C7BF-F913490E9D3F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3530968" y="3010680"/>
            <a:ext cx="5660726" cy="106288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558970F-9F89-9D28-1FE1-22228D63952A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1169647" y="3010680"/>
            <a:ext cx="5660726" cy="106288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91F813D-A5DB-6DFA-15E5-57C98313956F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350308" y="3010680"/>
            <a:ext cx="5660726" cy="106288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7345FE4F-7C03-9594-C4E0-399E8C6C07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579052"/>
              </p:ext>
            </p:extLst>
          </p:nvPr>
        </p:nvGraphicFramePr>
        <p:xfrm>
          <a:off x="10136091" y="4990767"/>
          <a:ext cx="1661278" cy="13849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0639">
                  <a:extLst>
                    <a:ext uri="{9D8B030D-6E8A-4147-A177-3AD203B41FA5}">
                      <a16:colId xmlns:a16="http://schemas.microsoft.com/office/drawing/2014/main" val="3814218658"/>
                    </a:ext>
                  </a:extLst>
                </a:gridCol>
                <a:gridCol w="830639">
                  <a:extLst>
                    <a:ext uri="{9D8B030D-6E8A-4147-A177-3AD203B41FA5}">
                      <a16:colId xmlns:a16="http://schemas.microsoft.com/office/drawing/2014/main" val="3824200044"/>
                    </a:ext>
                  </a:extLst>
                </a:gridCol>
              </a:tblGrid>
              <a:tr h="276983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Mã</a:t>
                      </a:r>
                      <a:r>
                        <a:rPr lang="en-US" sz="8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</a:t>
                      </a:r>
                      <a:r>
                        <a:rPr lang="en-US" sz="8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Sản</a:t>
                      </a:r>
                      <a:r>
                        <a:rPr lang="en-US" sz="8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</a:t>
                      </a:r>
                      <a:r>
                        <a:rPr lang="en-US" sz="8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Phẩm</a:t>
                      </a:r>
                      <a:endParaRPr lang="en-US" sz="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UZ GT15804</a:t>
                      </a: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6006530"/>
                  </a:ext>
                </a:extLst>
              </a:tr>
              <a:tr h="276983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Kích</a:t>
                      </a:r>
                      <a:r>
                        <a:rPr lang="en-US" sz="8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</a:t>
                      </a:r>
                      <a:r>
                        <a:rPr lang="en-US" sz="8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Thước</a:t>
                      </a:r>
                      <a:endParaRPr lang="en-US" sz="8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150mm x 800mm</a:t>
                      </a: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8486745"/>
                  </a:ext>
                </a:extLst>
              </a:tr>
              <a:tr h="276983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Xương</a:t>
                      </a:r>
                      <a:endParaRPr lang="en-US" sz="8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Semi </a:t>
                      </a:r>
                      <a:r>
                        <a:rPr lang="en-US" sz="8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Porcelance</a:t>
                      </a:r>
                      <a:endParaRPr lang="en-US" sz="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8766560"/>
                  </a:ext>
                </a:extLst>
              </a:tr>
              <a:tr h="276983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Men</a:t>
                      </a: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Matt</a:t>
                      </a: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740355"/>
                  </a:ext>
                </a:extLst>
              </a:tr>
              <a:tr h="276983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Face</a:t>
                      </a: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/>
                        <a:t>06</a:t>
                      </a: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0498225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11F3F4C3-E8CF-A7E2-B5A9-607CF51A65C9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4710262" y="3010680"/>
            <a:ext cx="5660726" cy="106288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C77D25E-78C5-C345-31DE-678A1B01E3E5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5900354" y="3011279"/>
            <a:ext cx="5654345" cy="106168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23A2357-FD29-2851-B87F-D9D2954359E7}"/>
              </a:ext>
            </a:extLst>
          </p:cNvPr>
          <p:cNvCxnSpPr>
            <a:cxnSpLocks/>
          </p:cNvCxnSpPr>
          <p:nvPr/>
        </p:nvCxnSpPr>
        <p:spPr>
          <a:xfrm>
            <a:off x="2255626" y="621665"/>
            <a:ext cx="8209567" cy="0"/>
          </a:xfrm>
          <a:prstGeom prst="line">
            <a:avLst/>
          </a:prstGeom>
          <a:ln w="3175">
            <a:solidFill>
              <a:schemeClr val="accent6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38A8B69-0081-CD39-301D-E19484B824E1}"/>
              </a:ext>
            </a:extLst>
          </p:cNvPr>
          <p:cNvSpPr txBox="1"/>
          <p:nvPr/>
        </p:nvSpPr>
        <p:spPr>
          <a:xfrm>
            <a:off x="260572" y="431561"/>
            <a:ext cx="212109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6"/>
                </a:solidFill>
                <a:latin typeface="Leelawadee UI Semilight" panose="020B0402040204020203" pitchFamily="34" charset="-34"/>
                <a:cs typeface="Leelawadee UI Semilight" panose="020B0402040204020203" pitchFamily="34" charset="-34"/>
              </a:rPr>
              <a:t>150mm x 800mm SEMI PORCELAIN</a:t>
            </a:r>
          </a:p>
        </p:txBody>
      </p:sp>
    </p:spTree>
    <p:extLst>
      <p:ext uri="{BB962C8B-B14F-4D97-AF65-F5344CB8AC3E}">
        <p14:creationId xmlns:p14="http://schemas.microsoft.com/office/powerpoint/2010/main" val="235643470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/>
          <a:srcRect/>
          <a:stretch>
            <a:fillRect/>
          </a:stretch>
        </a:blipFill>
        <a:ln>
          <a:solidFill>
            <a:schemeClr val="bg1"/>
          </a:solidFill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3550</TotalTime>
  <Words>101</Words>
  <Application>Microsoft Office PowerPoint</Application>
  <PresentationFormat>Widescreen</PresentationFormat>
  <Paragraphs>46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Calibri</vt:lpstr>
      <vt:lpstr>Calibri </vt:lpstr>
      <vt:lpstr>Calibri Light</vt:lpstr>
      <vt:lpstr>KhoHo</vt:lpstr>
      <vt:lpstr>Leelawadee UI Semilight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XPS</dc:creator>
  <cp:lastModifiedBy>Mr Lực</cp:lastModifiedBy>
  <cp:revision>454</cp:revision>
  <dcterms:created xsi:type="dcterms:W3CDTF">2022-10-04T17:04:00Z</dcterms:created>
  <dcterms:modified xsi:type="dcterms:W3CDTF">2025-09-20T06:21:53Z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1E9186AA02364696AA64EC6CADF3672C</vt:lpwstr>
  </property>
  <property fmtid="{D5CDD505-2E9C-101B-9397-08002B2CF9AE}" pid="3" name="KSOProductBuildVer">
    <vt:lpwstr>1033-11.2.0.11130</vt:lpwstr>
  </property>
</Properties>
</file>